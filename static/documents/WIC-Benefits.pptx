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9" r:id="rId4"/>
    <p:sldMasterId id="214748374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Inter SemiBold"/>
      <p:regular r:id="rId18"/>
      <p:bold r:id="rId19"/>
      <p:italic r:id="rId20"/>
      <p:boldItalic r:id="rId21"/>
    </p:embeddedFont>
    <p:embeddedFont>
      <p:font typeface="Inter Light"/>
      <p:regular r:id="rId22"/>
      <p:bold r:id="rId23"/>
      <p:italic r:id="rId24"/>
      <p:boldItalic r:id="rId25"/>
    </p:embeddedFont>
    <p:embeddedFont>
      <p:font typeface="Roboto"/>
      <p:regular r:id="rId26"/>
      <p:bold r:id="rId27"/>
      <p:italic r:id="rId28"/>
      <p:boldItalic r:id="rId29"/>
    </p:embeddedFont>
    <p:embeddedFont>
      <p:font typeface="Gowun Batang"/>
      <p:regular r:id="rId30"/>
      <p:bold r:id="rId31"/>
    </p:embeddedFont>
    <p:embeddedFont>
      <p:font typeface="Inter"/>
      <p:regular r:id="rId32"/>
      <p:bold r:id="rId33"/>
      <p:italic r:id="rId34"/>
      <p:boldItalic r:id="rId35"/>
    </p:embeddedFont>
    <p:embeddedFont>
      <p:font typeface="Lato"/>
      <p:regular r:id="rId36"/>
      <p:bold r:id="rId37"/>
      <p:italic r:id="rId38"/>
      <p:boldItalic r:id="rId39"/>
    </p:embeddedFont>
    <p:embeddedFont>
      <p:font typeface="Montserrat"/>
      <p:regular r:id="rId40"/>
      <p:bold r:id="rId41"/>
      <p:italic r:id="rId42"/>
      <p:boldItalic r:id="rId43"/>
    </p:embeddedFont>
    <p:embeddedFont>
      <p:font typeface="Inter Medium"/>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InterMedium-regular.fntdata"/><Relationship Id="rId43" Type="http://schemas.openxmlformats.org/officeDocument/2006/relationships/font" Target="fonts/Montserrat-boldItalic.fntdata"/><Relationship Id="rId46" Type="http://schemas.openxmlformats.org/officeDocument/2006/relationships/font" Target="fonts/InterMedium-italic.fntdata"/><Relationship Id="rId45" Type="http://schemas.openxmlformats.org/officeDocument/2006/relationships/font" Target="fonts/Inter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7" Type="http://schemas.openxmlformats.org/officeDocument/2006/relationships/font" Target="fonts/Inter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GowunBatang-bold.fntdata"/><Relationship Id="rId30" Type="http://schemas.openxmlformats.org/officeDocument/2006/relationships/font" Target="fonts/GowunBatang-regular.fntdata"/><Relationship Id="rId33" Type="http://schemas.openxmlformats.org/officeDocument/2006/relationships/font" Target="fonts/Inter-bold.fntdata"/><Relationship Id="rId32" Type="http://schemas.openxmlformats.org/officeDocument/2006/relationships/font" Target="fonts/Inter-regular.fntdata"/><Relationship Id="rId35" Type="http://schemas.openxmlformats.org/officeDocument/2006/relationships/font" Target="fonts/Inter-boldItalic.fntdata"/><Relationship Id="rId34" Type="http://schemas.openxmlformats.org/officeDocument/2006/relationships/font" Target="fonts/Inter-italic.fntdata"/><Relationship Id="rId37" Type="http://schemas.openxmlformats.org/officeDocument/2006/relationships/font" Target="fonts/Lato-bold.fntdata"/><Relationship Id="rId36" Type="http://schemas.openxmlformats.org/officeDocument/2006/relationships/font" Target="fonts/Lato-regular.fntdata"/><Relationship Id="rId39" Type="http://schemas.openxmlformats.org/officeDocument/2006/relationships/font" Target="fonts/Lato-boldItalic.fntdata"/><Relationship Id="rId38" Type="http://schemas.openxmlformats.org/officeDocument/2006/relationships/font" Target="fonts/Lato-italic.fntdata"/><Relationship Id="rId20" Type="http://schemas.openxmlformats.org/officeDocument/2006/relationships/font" Target="fonts/InterSemiBold-italic.fntdata"/><Relationship Id="rId22" Type="http://schemas.openxmlformats.org/officeDocument/2006/relationships/font" Target="fonts/InterLight-regular.fntdata"/><Relationship Id="rId21" Type="http://schemas.openxmlformats.org/officeDocument/2006/relationships/font" Target="fonts/InterSemiBold-boldItalic.fntdata"/><Relationship Id="rId24" Type="http://schemas.openxmlformats.org/officeDocument/2006/relationships/font" Target="fonts/InterLight-italic.fntdata"/><Relationship Id="rId23" Type="http://schemas.openxmlformats.org/officeDocument/2006/relationships/font" Target="fonts/InterLight-bold.fntdata"/><Relationship Id="rId26" Type="http://schemas.openxmlformats.org/officeDocument/2006/relationships/font" Target="fonts/Roboto-regular.fntdata"/><Relationship Id="rId25" Type="http://schemas.openxmlformats.org/officeDocument/2006/relationships/font" Target="fonts/InterLight-boldItalic.fntdata"/><Relationship Id="rId28" Type="http://schemas.openxmlformats.org/officeDocument/2006/relationships/font" Target="fonts/Roboto-italic.fntdata"/><Relationship Id="rId27" Type="http://schemas.openxmlformats.org/officeDocument/2006/relationships/font" Target="fonts/Roboto-bold.fntdata"/><Relationship Id="rId29" Type="http://schemas.openxmlformats.org/officeDocument/2006/relationships/font" Target="fonts/Robo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InterSemiBold-bold.fntdata"/><Relationship Id="rId18" Type="http://schemas.openxmlformats.org/officeDocument/2006/relationships/font" Target="fonts/Inter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fns-prod.azureedge.us/sites/default/files/WICEligibles2011Volume2.pdf"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a9da3f9f74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3a9da3f9f74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3120716f3ae00ad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3120716f3ae00ad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WIC is a federal Special Supplemental Nutrition Program for Woman, Infant, and Children. This program is designed to improve </a:t>
            </a:r>
            <a:r>
              <a:rPr lang="en"/>
              <a:t>nutrition and support healthy development during pregnancy, infancy, and early childhood, specifically up to age 5. WIC provides </a:t>
            </a:r>
            <a:r>
              <a:rPr lang="en"/>
              <a:t>nutritious</a:t>
            </a:r>
            <a:r>
              <a:rPr lang="en"/>
              <a:t> foods, health screenings, breastfeeding support, and nutrition education to families who are financially eligible. Most participant automatically qualify if they already receive benefits  from programs like Medicaid, SNAP, or TANF. </a:t>
            </a:r>
            <a:endParaRPr/>
          </a:p>
          <a:p>
            <a:pPr indent="0" lvl="0" marL="0" rtl="0" algn="l">
              <a:spcBef>
                <a:spcPts val="0"/>
              </a:spcBef>
              <a:spcAft>
                <a:spcPts val="0"/>
              </a:spcAft>
              <a:buNone/>
            </a:pPr>
            <a:r>
              <a:rPr lang="en"/>
              <a:t>The program has been widely studied and links to short-term benefits, such as lowerin rated of childhood obesity, better infant health outcomes, and better behavioral or development concerns. Because WIC targets such a crucial developmental window, it plays a major role in shaping early physical and cognitive growth. Therefore were in interested in studying whether early nutriotion support can influence later academic performance.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g3a9da3f9f74_0_3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3" name="Google Shape;1483;g3a9da3f9f74_0_3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research question specifically is </a:t>
            </a:r>
            <a:r>
              <a:rPr lang="en"/>
              <a:t>whether broader participation in WIC actually shows up later in a child’s academic performance. We would examine whether increase in a state’s WIC coverage rate for 4 year olds, meaning </a:t>
            </a:r>
            <a:r>
              <a:rPr lang="en"/>
              <a:t>the</a:t>
            </a:r>
            <a:r>
              <a:rPr lang="en"/>
              <a:t> share of eligible children who actually take part in WIC, are associated with higher 4th grade math and reading scores. Our study would use 4th grade NAEP scores because WIC benefits typically end at the age of 5, so 4th grade is the closest point at which national, standardized academic outcomes are widely available. What makes our research important is that most research focuses on the short term benefits, while long term academic </a:t>
            </a:r>
            <a:r>
              <a:rPr lang="en"/>
              <a:t>effects</a:t>
            </a:r>
            <a:r>
              <a:rPr lang="en"/>
              <a:t> are still understudied. Our study would link early childhood nutrition exposure to later test scores. We hope to see whether </a:t>
            </a:r>
            <a:r>
              <a:rPr lang="en"/>
              <a:t>nutrition</a:t>
            </a:r>
            <a:r>
              <a:rPr lang="en"/>
              <a:t> policy has a downstream cognitive impacts. If we find that there is a strong correlation, this would mean that WIC’s aid extends beyond just early health and affect actual learning for years later.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a9da3f9f74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3a9da3f9f74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Notion that though there is a ton of benefits there is a still a massive eligibility gap especially among children 1-4 </a:t>
            </a:r>
            <a:endParaRPr/>
          </a:p>
          <a:p>
            <a:pPr indent="0" lvl="0" marL="0" rtl="0" algn="l">
              <a:spcBef>
                <a:spcPts val="0"/>
              </a:spcBef>
              <a:spcAft>
                <a:spcPts val="0"/>
              </a:spcAft>
              <a:buSzPts val="1100"/>
              <a:buNone/>
            </a:pPr>
            <a:r>
              <a:rPr lang="en"/>
              <a:t>issues </a:t>
            </a:r>
            <a:r>
              <a:rPr lang="en"/>
              <a:t>with the mom</a:t>
            </a:r>
            <a:endParaRPr/>
          </a:p>
          <a:p>
            <a:pPr indent="-298450" lvl="0" marL="457200" rtl="0" algn="l">
              <a:spcBef>
                <a:spcPts val="0"/>
              </a:spcBef>
              <a:spcAft>
                <a:spcPts val="0"/>
              </a:spcAft>
              <a:buSzPts val="1100"/>
              <a:buChar char="-"/>
            </a:pPr>
            <a:r>
              <a:rPr lang="en"/>
              <a:t>socioeconomic, when parents get better of they think they dont need to be on WIC any more </a:t>
            </a:r>
            <a:endParaRPr/>
          </a:p>
          <a:p>
            <a:pPr indent="-298450" lvl="0" marL="457200" rtl="0" algn="l">
              <a:spcBef>
                <a:spcPts val="0"/>
              </a:spcBef>
              <a:spcAft>
                <a:spcPts val="0"/>
              </a:spcAft>
              <a:buSzPts val="1100"/>
              <a:buChar char="-"/>
            </a:pPr>
            <a:r>
              <a:rPr lang="en"/>
              <a:t>Moms dont like WIC food options </a:t>
            </a:r>
            <a:endParaRPr/>
          </a:p>
          <a:p>
            <a:pPr indent="-298450" lvl="0" marL="457200" rtl="0" algn="l">
              <a:spcBef>
                <a:spcPts val="0"/>
              </a:spcBef>
              <a:spcAft>
                <a:spcPts val="0"/>
              </a:spcAft>
              <a:buSzPts val="1100"/>
              <a:buChar char="-"/>
            </a:pPr>
            <a:r>
              <a:rPr lang="en"/>
              <a:t>Cost of WIC is greater than its benefits </a:t>
            </a:r>
            <a:endParaRPr/>
          </a:p>
          <a:p>
            <a:pPr indent="-298450" lvl="0" marL="457200" rtl="0" algn="l">
              <a:spcBef>
                <a:spcPts val="0"/>
              </a:spcBef>
              <a:spcAft>
                <a:spcPts val="0"/>
              </a:spcAft>
              <a:buSzPts val="1100"/>
              <a:buChar char="-"/>
            </a:pPr>
            <a:r>
              <a:rPr lang="en"/>
              <a:t>how can we convince them otherwise on providing information on the benefits of WIC </a:t>
            </a:r>
            <a:endParaRPr/>
          </a:p>
          <a:p>
            <a:pPr indent="0" lvl="0" marL="0" rtl="0" algn="l">
              <a:spcBef>
                <a:spcPts val="0"/>
              </a:spcBef>
              <a:spcAft>
                <a:spcPts val="0"/>
              </a:spcAft>
              <a:buNone/>
            </a:pPr>
            <a:r>
              <a:rPr lang="en"/>
              <a:t>One of the biggest motivations for our project is that there is a large gap between children who are eligible for WIC versus those who actually participate in the program, especially for ages 1-4. National data shows that a significant share of the eligible toddlers and pre-schoolers are not enrolled, even though infants tend to have higher participation rates. Prior studies suggest this isn’t because of funding shortages, but because parents often perceive compliance costs, such as appointments and paperwork, as too high compared to the </a:t>
            </a:r>
            <a:r>
              <a:rPr lang="en"/>
              <a:t>benefits</a:t>
            </a:r>
            <a:r>
              <a:rPr lang="en"/>
              <a:t> once the child ages out. Families who also experience </a:t>
            </a:r>
            <a:r>
              <a:rPr lang="en"/>
              <a:t>socio economic</a:t>
            </a:r>
            <a:r>
              <a:rPr lang="en"/>
              <a:t> </a:t>
            </a:r>
            <a:r>
              <a:rPr lang="en"/>
              <a:t>improvements</a:t>
            </a:r>
            <a:r>
              <a:rPr lang="en"/>
              <a:t> in status also tend to leave the program early. This demonstrates a key question as to what long-term benefit could these families be missing out on? By showing whether earlier WIC participation leads to better academic performance years later, we can provide evidence to support expanded outreach and reduce informational barriers for families with younger children.l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Lily</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ad00e46f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3ad00e46f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examines …</a:t>
            </a:r>
            <a:endParaRPr/>
          </a:p>
          <a:p>
            <a:pPr indent="-298450" lvl="0" marL="457200" rtl="0" algn="l">
              <a:spcBef>
                <a:spcPts val="0"/>
              </a:spcBef>
              <a:spcAft>
                <a:spcPts val="0"/>
              </a:spcAft>
              <a:buSzPts val="1100"/>
              <a:buAutoNum type="arabicPeriod"/>
            </a:pPr>
            <a:r>
              <a:rPr lang="en"/>
              <a:t>To measure short term, used early childhood longitudinal study (ECLS-B) following children between 9 months (2001) and </a:t>
            </a:r>
            <a:r>
              <a:rPr lang="en"/>
              <a:t>kindergarten</a:t>
            </a:r>
            <a:r>
              <a:rPr lang="en"/>
              <a:t> (2008), BMD: used to </a:t>
            </a:r>
            <a:r>
              <a:rPr lang="en"/>
              <a:t>identity</a:t>
            </a:r>
            <a:r>
              <a:rPr lang="en"/>
              <a:t> children with developmental delay; </a:t>
            </a:r>
            <a:r>
              <a:rPr lang="en"/>
              <a:t>assess</a:t>
            </a:r>
            <a:r>
              <a:rPr lang="en"/>
              <a:t> </a:t>
            </a:r>
            <a:r>
              <a:rPr lang="en"/>
              <a:t>cognitive</a:t>
            </a:r>
            <a:r>
              <a:rPr lang="en"/>
              <a:t> language, motor, social-emotional, and adaptive skills : scores below 85 indicate mild impairment</a:t>
            </a:r>
            <a:endParaRPr/>
          </a:p>
          <a:p>
            <a:pPr indent="-298450" lvl="0" marL="457200" rtl="0" algn="l">
              <a:spcBef>
                <a:spcPts val="0"/>
              </a:spcBef>
              <a:spcAft>
                <a:spcPts val="0"/>
              </a:spcAft>
              <a:buSzPts val="1100"/>
              <a:buAutoNum type="arabicPeriod"/>
            </a:pPr>
            <a:r>
              <a:rPr lang="en"/>
              <a:t>To measure long term used analysis based on child development </a:t>
            </a:r>
            <a:r>
              <a:rPr lang="en"/>
              <a:t>supplement</a:t>
            </a:r>
            <a:r>
              <a:rPr lang="en"/>
              <a:t> (CDS) of the panel study of income </a:t>
            </a:r>
            <a:r>
              <a:rPr lang="en"/>
              <a:t>dynamics</a:t>
            </a:r>
            <a:r>
              <a:rPr lang="en"/>
              <a:t> (PSID): which provided broad </a:t>
            </a:r>
            <a:r>
              <a:rPr lang="en"/>
              <a:t>reading</a:t>
            </a:r>
            <a:r>
              <a:rPr lang="en"/>
              <a:t> z scores and whether children had siblings - using 2002 data </a:t>
            </a:r>
            <a:r>
              <a:rPr lang="en"/>
              <a:t>participants</a:t>
            </a:r>
            <a:r>
              <a:rPr lang="en"/>
              <a:t> were 11 </a:t>
            </a:r>
            <a:endParaRPr/>
          </a:p>
          <a:p>
            <a:pPr indent="-298450" lvl="0" marL="457200" rtl="0" algn="l">
              <a:spcBef>
                <a:spcPts val="0"/>
              </a:spcBef>
              <a:spcAft>
                <a:spcPts val="0"/>
              </a:spcAft>
              <a:buSzPts val="1100"/>
              <a:buAutoNum type="arabicPeriod"/>
            </a:pPr>
            <a:r>
              <a:rPr lang="en"/>
              <a:t>LIMITATIONS:  </a:t>
            </a:r>
            <a:endParaRPr/>
          </a:p>
          <a:p>
            <a:pPr indent="-298450" lvl="1" marL="914400" rtl="0" algn="l">
              <a:spcBef>
                <a:spcPts val="0"/>
              </a:spcBef>
              <a:spcAft>
                <a:spcPts val="0"/>
              </a:spcAft>
              <a:buSzPts val="1100"/>
              <a:buAutoNum type="alphaLcPeriod"/>
            </a:pPr>
            <a:r>
              <a:rPr lang="en"/>
              <a:t>Sibling comparisons </a:t>
            </a:r>
            <a:r>
              <a:rPr lang="en"/>
              <a:t>don't</a:t>
            </a:r>
            <a:r>
              <a:rPr lang="en"/>
              <a:t> </a:t>
            </a:r>
            <a:r>
              <a:rPr lang="en"/>
              <a:t>control</a:t>
            </a:r>
            <a:r>
              <a:rPr lang="en"/>
              <a:t> for factors that vary between </a:t>
            </a:r>
            <a:r>
              <a:rPr lang="en"/>
              <a:t>siblings</a:t>
            </a:r>
            <a:r>
              <a:rPr lang="en"/>
              <a:t> - such as economic </a:t>
            </a:r>
            <a:r>
              <a:rPr lang="en"/>
              <a:t>circumstance</a:t>
            </a:r>
            <a:r>
              <a:rPr lang="en"/>
              <a:t> around time of birth of different parenting behavior towards siblings : Bias estimates if there were </a:t>
            </a:r>
            <a:r>
              <a:rPr lang="en"/>
              <a:t>observed</a:t>
            </a:r>
            <a:r>
              <a:rPr lang="en"/>
              <a:t> </a:t>
            </a:r>
            <a:r>
              <a:rPr lang="en"/>
              <a:t>process</a:t>
            </a:r>
            <a:r>
              <a:rPr lang="en"/>
              <a:t> related to the outcome of why one sibling was exposed vs not in the program </a:t>
            </a:r>
            <a:endParaRPr/>
          </a:p>
          <a:p>
            <a:pPr indent="-298450" lvl="1" marL="914400" rtl="0" algn="l">
              <a:spcBef>
                <a:spcPts val="0"/>
              </a:spcBef>
              <a:spcAft>
                <a:spcPts val="0"/>
              </a:spcAft>
              <a:buSzPts val="1100"/>
              <a:buAutoNum type="alphaLcPeriod"/>
            </a:pPr>
            <a:r>
              <a:rPr lang="en"/>
              <a:t>Data measured takes place prior to 2009, when a major altercation was made to WIC regarding the type of food they provided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Limitations: </a:t>
            </a:r>
            <a:endParaRPr/>
          </a:p>
          <a:p>
            <a:pPr indent="-298450" lvl="0" marL="457200" rtl="0" algn="l">
              <a:spcBef>
                <a:spcPts val="0"/>
              </a:spcBef>
              <a:spcAft>
                <a:spcPts val="0"/>
              </a:spcAft>
              <a:buSzPts val="1100"/>
              <a:buChar char="-"/>
            </a:pPr>
            <a:r>
              <a:rPr lang="en"/>
              <a:t>Postnatal WIC </a:t>
            </a:r>
            <a:r>
              <a:rPr lang="en"/>
              <a:t>participation</a:t>
            </a:r>
            <a:r>
              <a:rPr lang="en"/>
              <a:t> only for cohorts born in 2009 and 2013</a:t>
            </a:r>
            <a:endParaRPr/>
          </a:p>
          <a:p>
            <a:pPr indent="-298450" lvl="0" marL="457200" rtl="0" algn="l">
              <a:spcBef>
                <a:spcPts val="0"/>
              </a:spcBef>
              <a:spcAft>
                <a:spcPts val="0"/>
              </a:spcAft>
              <a:buSzPts val="1100"/>
              <a:buChar char="-"/>
            </a:pPr>
            <a:r>
              <a:rPr lang="en"/>
              <a:t>Only collects data from South Carolina </a:t>
            </a:r>
            <a:endParaRPr/>
          </a:p>
          <a:p>
            <a:pPr indent="-298450" lvl="0" marL="457200" rtl="0" algn="l">
              <a:spcBef>
                <a:spcPts val="0"/>
              </a:spcBef>
              <a:spcAft>
                <a:spcPts val="0"/>
              </a:spcAft>
              <a:buSzPts val="1100"/>
              <a:buChar char="-"/>
            </a:pPr>
            <a:r>
              <a:rPr lang="en"/>
              <a:t>Sample children aged 6 to 11 born between 2004 and 2009 but followed up to 2015 in medicaid and </a:t>
            </a:r>
            <a:r>
              <a:rPr lang="en"/>
              <a:t>education</a:t>
            </a:r>
            <a:r>
              <a:rPr lang="en"/>
              <a:t> data</a:t>
            </a:r>
            <a:endParaRPr/>
          </a:p>
          <a:p>
            <a:pPr indent="-298450" lvl="0" marL="457200" rtl="0" algn="l">
              <a:spcBef>
                <a:spcPts val="0"/>
              </a:spcBef>
              <a:spcAft>
                <a:spcPts val="0"/>
              </a:spcAft>
              <a:buSzPts val="1100"/>
              <a:buChar char="-"/>
            </a:pPr>
            <a:r>
              <a:rPr lang="en"/>
              <a:t>Mother fixed effect models restrict sample to children with </a:t>
            </a:r>
            <a:r>
              <a:rPr lang="en"/>
              <a:t>sibling</a:t>
            </a:r>
            <a:r>
              <a:rPr lang="en"/>
              <a:t> in the data - loss of lone </a:t>
            </a:r>
            <a:r>
              <a:rPr lang="en"/>
              <a:t>children from data set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3ad00e46f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3ad00e46f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5275" lvl="0" marL="457200" marR="203200" rtl="0" algn="l">
              <a:lnSpc>
                <a:spcPct val="142857"/>
              </a:lnSpc>
              <a:spcBef>
                <a:spcPts val="0"/>
              </a:spcBef>
              <a:spcAft>
                <a:spcPts val="0"/>
              </a:spcAft>
              <a:buClr>
                <a:srgbClr val="444746"/>
              </a:buClr>
              <a:buSzPts val="1050"/>
              <a:buFont typeface="Roboto"/>
              <a:buAutoNum type="arabicPeriod"/>
            </a:pPr>
            <a:r>
              <a:rPr lang="en" sz="1050">
                <a:solidFill>
                  <a:srgbClr val="444746"/>
                </a:solidFill>
                <a:latin typeface="Roboto"/>
                <a:ea typeface="Roboto"/>
                <a:cs typeface="Roboto"/>
                <a:sym typeface="Roboto"/>
              </a:rPr>
              <a:t>our study does... we do... our research does</a:t>
            </a:r>
            <a:endParaRPr sz="1050">
              <a:solidFill>
                <a:schemeClr val="dk1"/>
              </a:solidFill>
              <a:latin typeface="Roboto"/>
              <a:ea typeface="Roboto"/>
              <a:cs typeface="Roboto"/>
              <a:sym typeface="Roboto"/>
            </a:endParaRPr>
          </a:p>
          <a:p>
            <a:pPr indent="-295275" lvl="0" marL="457200" marR="203200" rtl="0" algn="l">
              <a:lnSpc>
                <a:spcPct val="142857"/>
              </a:lnSpc>
              <a:spcBef>
                <a:spcPts val="0"/>
              </a:spcBef>
              <a:spcAft>
                <a:spcPts val="0"/>
              </a:spcAft>
              <a:buClr>
                <a:srgbClr val="444746"/>
              </a:buClr>
              <a:buSzPts val="1050"/>
              <a:buFont typeface="Roboto"/>
              <a:buAutoNum type="arabicPeriod"/>
            </a:pPr>
            <a:r>
              <a:rPr lang="en" sz="1050">
                <a:solidFill>
                  <a:srgbClr val="444746"/>
                </a:solidFill>
                <a:latin typeface="Roboto"/>
                <a:ea typeface="Roboto"/>
                <a:cs typeface="Roboto"/>
                <a:sym typeface="Roboto"/>
              </a:rPr>
              <a:t>testing the relationship between associations (not correlation)</a:t>
            </a:r>
            <a:endParaRPr sz="1050">
              <a:solidFill>
                <a:srgbClr val="444746"/>
              </a:solidFill>
              <a:latin typeface="Roboto"/>
              <a:ea typeface="Roboto"/>
              <a:cs typeface="Roboto"/>
              <a:sym typeface="Roboto"/>
            </a:endParaRPr>
          </a:p>
          <a:p>
            <a:pPr indent="-295275" lvl="0" marL="457200" marR="203200" rtl="0" algn="l">
              <a:lnSpc>
                <a:spcPct val="142857"/>
              </a:lnSpc>
              <a:spcBef>
                <a:spcPts val="0"/>
              </a:spcBef>
              <a:spcAft>
                <a:spcPts val="0"/>
              </a:spcAft>
              <a:buClr>
                <a:srgbClr val="444746"/>
              </a:buClr>
              <a:buSzPts val="1050"/>
              <a:buFont typeface="Roboto"/>
              <a:buAutoNum type="arabicPeriod"/>
            </a:pPr>
            <a:r>
              <a:rPr lang="en" sz="1050">
                <a:solidFill>
                  <a:srgbClr val="444746"/>
                </a:solidFill>
                <a:latin typeface="Roboto"/>
                <a:ea typeface="Roboto"/>
                <a:cs typeface="Roboto"/>
                <a:sym typeface="Roboto"/>
              </a:rPr>
              <a:t>if we provide research that provides new info about wic participation and test scores we can provide information about the relationship</a:t>
            </a:r>
            <a:endParaRPr sz="1050">
              <a:solidFill>
                <a:srgbClr val="444746"/>
              </a:solidFill>
              <a:latin typeface="Roboto"/>
              <a:ea typeface="Roboto"/>
              <a:cs typeface="Roboto"/>
              <a:sym typeface="Roboto"/>
            </a:endParaRPr>
          </a:p>
          <a:p>
            <a:pPr indent="0" lvl="0" marL="0" rtl="0" algn="l">
              <a:lnSpc>
                <a:spcPct val="115000"/>
              </a:lnSpc>
              <a:spcBef>
                <a:spcPts val="0"/>
              </a:spcBef>
              <a:spcAft>
                <a:spcPts val="0"/>
              </a:spcAft>
              <a:buNone/>
            </a:pPr>
            <a:r>
              <a:t/>
            </a:r>
            <a:endParaRPr sz="105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3ad00e46f5a_0_1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3ad00e46f5a_0_1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Panel regression-  50 states, 2 outcome years (100 observations)  …..Coefficient of interest..math and english tested separately</a:t>
            </a:r>
            <a:endParaRPr>
              <a:solidFill>
                <a:schemeClr val="dk1"/>
              </a:solidFill>
            </a:endParaRPr>
          </a:p>
          <a:p>
            <a:pPr indent="0" lvl="0" marL="0" rtl="0" algn="l">
              <a:spcBef>
                <a:spcPts val="0"/>
              </a:spcBef>
              <a:spcAft>
                <a:spcPts val="0"/>
              </a:spcAft>
              <a:buNone/>
            </a:pPr>
            <a:r>
              <a:rPr lang="en">
                <a:solidFill>
                  <a:schemeClr val="dk1"/>
                </a:solidFill>
              </a:rPr>
              <a:t>State controls – additional time-varying factors that would likely impact early childhood nutritional environments, WIC uptake, etc</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State- fixed effects- time-invariant state-level characteristics li</a:t>
            </a:r>
            <a:endParaRPr>
              <a:solidFill>
                <a:schemeClr val="dk1"/>
              </a:solidFill>
            </a:endParaRPr>
          </a:p>
          <a:p>
            <a:pPr indent="0" lvl="0" marL="0" rtl="0" algn="l">
              <a:spcBef>
                <a:spcPts val="0"/>
              </a:spcBef>
              <a:spcAft>
                <a:spcPts val="0"/>
              </a:spcAft>
              <a:buNone/>
            </a:pPr>
            <a:r>
              <a:rPr lang="en">
                <a:solidFill>
                  <a:schemeClr val="dk1"/>
                </a:solidFill>
              </a:rPr>
              <a:t>Year fixed effects- accounts for national shocks nad policy changes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State-level controls- time-varying controls that change from year to year such as demographics, poverty, income</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3ad00e46f5a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3ad00e46f5a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USDA Food &amp; Nutrition…contains number of eligible children per state, number of participating children per state, and also coverage rates per state, for the range years 1-4, infants, and also coverage rates for each year- so they have coverage rates per state for children age 4 already in the reports. NAEP contains average scale scores for each state and the percentage of students within the state at or above ‘proficiency’ level….utilizing math and reading scores because data much spottier for all states for science and writing assessments per year. Chose 2011 and 2013 based on comprehensive data availability. USDA methodology/sourcing changes around 2018 and directly states that it is not comparable to early years…however earlier years are comparable to each other..and for educational outcomes..avoiding endogeneity concerns that would arise for including 2020, because of COVID …time varying state characteristics that would also likely affect educational outcomes…</a:t>
            </a:r>
            <a:r>
              <a:rPr lang="en" u="sng">
                <a:solidFill>
                  <a:schemeClr val="hlink"/>
                </a:solidFill>
                <a:hlinkClick r:id="rId2"/>
              </a:rPr>
              <a:t>https://fns-prod.azureedge.us/sites/default/files/WICEligibles2011Volume2.pdf</a:t>
            </a:r>
            <a:r>
              <a:rPr lang="en">
                <a:solidFill>
                  <a:schemeClr val="dk1"/>
                </a:solidFill>
              </a:rPr>
              <a:t>.     Exposure-year controls account for additional factors that would influence WIC coverage- –. Outcome year controls - K-12 spending wold influence it, additional factors for outcome-year primarily accounted for through state and year fixed effects</a:t>
            </a:r>
            <a:endParaRPr sz="105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3a9da3f9f74_0_3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9" name="Google Shape;1529;g3a9da3f9f74_0_3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our results show a positive association, this study could help </a:t>
            </a:r>
            <a:r>
              <a:rPr lang="en"/>
              <a:t>clarify how early nutritional environment shape specific academic outcomes. One insight we might gain is whether nutrition affects reading and math differently, which could reveal something about how cognitive development responds to early dietary stability. Another potential insight is how WIC interacts with school resource levels. Some states may see stronger effects because their schools are better equipped to capitalize on early advantages. In general, our research can highlight the long-run benefits of staying enrolled in WIC beyond infancy, especially for families who often leave once WIC benefits end. Finally our work would motivate further research using individual level data or longitudinal tracking, helping policymakers better understand not just whether WIC works, but how and for who it can impact most.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3ad00e46f5a_0_1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6" name="Google Shape;1536;g3ad00e46f5a_0_1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3ad00e46f5a_0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3ad00e46f5a_0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1" type="blank">
  <p:cSld name="BLANK">
    <p:bg>
      <p:bgPr>
        <a:solidFill>
          <a:schemeClr val="lt1"/>
        </a:solidFill>
      </p:bgPr>
    </p:bg>
    <p:spTree>
      <p:nvGrpSpPr>
        <p:cNvPr id="53" name="Shape 53"/>
        <p:cNvGrpSpPr/>
        <p:nvPr/>
      </p:nvGrpSpPr>
      <p:grpSpPr>
        <a:xfrm>
          <a:off x="0" y="0"/>
          <a:ext cx="0" cy="0"/>
          <a:chOff x="0" y="0"/>
          <a:chExt cx="0" cy="0"/>
        </a:xfrm>
      </p:grpSpPr>
      <p:grpSp>
        <p:nvGrpSpPr>
          <p:cNvPr id="54" name="Google Shape;54;p14"/>
          <p:cNvGrpSpPr/>
          <p:nvPr/>
        </p:nvGrpSpPr>
        <p:grpSpPr>
          <a:xfrm>
            <a:off x="-800" y="-150"/>
            <a:ext cx="9145250" cy="5144250"/>
            <a:chOff x="-800" y="-150"/>
            <a:chExt cx="9145250" cy="5144250"/>
          </a:xfrm>
        </p:grpSpPr>
        <p:cxnSp>
          <p:nvCxnSpPr>
            <p:cNvPr id="55" name="Google Shape;55;p14"/>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6" name="Google Shape;56;p14"/>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7" name="Google Shape;57;p14"/>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58" name="Google Shape;58;p14"/>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59" name="Google Shape;59;p14"/>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0" name="Google Shape;60;p14"/>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1" name="Google Shape;61;p14"/>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2" name="Google Shape;62;p14"/>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3" name="Google Shape;63;p14"/>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64" name="Google Shape;64;p14"/>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5" name="Google Shape;65;p14"/>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6" name="Google Shape;66;p14"/>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3">
    <p:bg>
      <p:bgPr>
        <a:solidFill>
          <a:schemeClr val="lt2"/>
        </a:solidFill>
      </p:bgPr>
    </p:bg>
    <p:spTree>
      <p:nvGrpSpPr>
        <p:cNvPr id="67" name="Shape 67"/>
        <p:cNvGrpSpPr/>
        <p:nvPr/>
      </p:nvGrpSpPr>
      <p:grpSpPr>
        <a:xfrm>
          <a:off x="0" y="0"/>
          <a:ext cx="0" cy="0"/>
          <a:chOff x="0" y="0"/>
          <a:chExt cx="0" cy="0"/>
        </a:xfrm>
      </p:grpSpPr>
      <p:sp>
        <p:nvSpPr>
          <p:cNvPr id="68" name="Google Shape;68;p15"/>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69" name="Google Shape;69;p15"/>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0" name="Google Shape;70;p1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1" name="Google Shape;71;p15"/>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2" name="Google Shape;72;p15"/>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3" name="Google Shape;73;p15"/>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4" name="Google Shape;74;p15"/>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5" name="Google Shape;75;p15"/>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6" name="Google Shape;76;p15"/>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77" name="Google Shape;77;p15"/>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ummary">
  <p:cSld name="BLANK_1_1_1_1_1_1_1_2_1">
    <p:bg>
      <p:bgPr>
        <a:solidFill>
          <a:schemeClr val="lt2"/>
        </a:solidFill>
      </p:bgPr>
    </p:bg>
    <p:spTree>
      <p:nvGrpSpPr>
        <p:cNvPr id="78" name="Shape 78"/>
        <p:cNvGrpSpPr/>
        <p:nvPr/>
      </p:nvGrpSpPr>
      <p:grpSpPr>
        <a:xfrm>
          <a:off x="0" y="0"/>
          <a:ext cx="0" cy="0"/>
          <a:chOff x="0" y="0"/>
          <a:chExt cx="0" cy="0"/>
        </a:xfrm>
      </p:grpSpPr>
      <p:sp>
        <p:nvSpPr>
          <p:cNvPr id="79" name="Google Shape;79;p16"/>
          <p:cNvSpPr txBox="1"/>
          <p:nvPr>
            <p:ph type="title"/>
          </p:nvPr>
        </p:nvSpPr>
        <p:spPr>
          <a:xfrm>
            <a:off x="1040950" y="1667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0" name="Google Shape;80;p16"/>
          <p:cNvSpPr txBox="1"/>
          <p:nvPr>
            <p:ph idx="1" type="body"/>
          </p:nvPr>
        </p:nvSpPr>
        <p:spPr>
          <a:xfrm>
            <a:off x="1041000" y="2309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1" name="Google Shape;81;p16"/>
          <p:cNvSpPr txBox="1"/>
          <p:nvPr>
            <p:ph idx="2" type="title"/>
          </p:nvPr>
        </p:nvSpPr>
        <p:spPr>
          <a:xfrm>
            <a:off x="3065850"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2" name="Google Shape;82;p16"/>
          <p:cNvSpPr txBox="1"/>
          <p:nvPr>
            <p:ph idx="3" type="body"/>
          </p:nvPr>
        </p:nvSpPr>
        <p:spPr>
          <a:xfrm>
            <a:off x="3065900"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3" name="Google Shape;83;p16"/>
          <p:cNvSpPr txBox="1"/>
          <p:nvPr>
            <p:ph idx="4" type="title"/>
          </p:nvPr>
        </p:nvSpPr>
        <p:spPr>
          <a:xfrm>
            <a:off x="5090675" y="1667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4" name="Google Shape;84;p16"/>
          <p:cNvSpPr txBox="1"/>
          <p:nvPr>
            <p:ph idx="5" type="body"/>
          </p:nvPr>
        </p:nvSpPr>
        <p:spPr>
          <a:xfrm>
            <a:off x="5090725" y="2309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5" name="Google Shape;85;p16"/>
          <p:cNvSpPr txBox="1"/>
          <p:nvPr>
            <p:ph idx="6" type="title"/>
          </p:nvPr>
        </p:nvSpPr>
        <p:spPr>
          <a:xfrm>
            <a:off x="7118725"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6" name="Google Shape;86;p16"/>
          <p:cNvSpPr txBox="1"/>
          <p:nvPr>
            <p:ph idx="7" type="body"/>
          </p:nvPr>
        </p:nvSpPr>
        <p:spPr>
          <a:xfrm>
            <a:off x="7118775"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7" name="Google Shape;87;p16"/>
          <p:cNvSpPr txBox="1"/>
          <p:nvPr>
            <p:ph idx="8" type="title"/>
          </p:nvPr>
        </p:nvSpPr>
        <p:spPr>
          <a:xfrm>
            <a:off x="1040950" y="3584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88" name="Google Shape;88;p16"/>
          <p:cNvSpPr txBox="1"/>
          <p:nvPr>
            <p:ph idx="9" type="body"/>
          </p:nvPr>
        </p:nvSpPr>
        <p:spPr>
          <a:xfrm>
            <a:off x="1041000" y="4226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 name="Google Shape;89;p16"/>
          <p:cNvSpPr txBox="1"/>
          <p:nvPr>
            <p:ph idx="13" type="title"/>
          </p:nvPr>
        </p:nvSpPr>
        <p:spPr>
          <a:xfrm>
            <a:off x="3065850"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90" name="Google Shape;90;p16"/>
          <p:cNvSpPr txBox="1"/>
          <p:nvPr>
            <p:ph idx="14" type="body"/>
          </p:nvPr>
        </p:nvSpPr>
        <p:spPr>
          <a:xfrm>
            <a:off x="3065900"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1" name="Google Shape;91;p16"/>
          <p:cNvSpPr txBox="1"/>
          <p:nvPr>
            <p:ph idx="15" type="title"/>
          </p:nvPr>
        </p:nvSpPr>
        <p:spPr>
          <a:xfrm>
            <a:off x="5090675" y="3584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92" name="Google Shape;92;p16"/>
          <p:cNvSpPr txBox="1"/>
          <p:nvPr>
            <p:ph idx="16" type="body"/>
          </p:nvPr>
        </p:nvSpPr>
        <p:spPr>
          <a:xfrm>
            <a:off x="5090725" y="4226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3" name="Google Shape;93;p16"/>
          <p:cNvSpPr txBox="1"/>
          <p:nvPr>
            <p:ph idx="17" type="title"/>
          </p:nvPr>
        </p:nvSpPr>
        <p:spPr>
          <a:xfrm>
            <a:off x="7118725"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94" name="Google Shape;94;p16"/>
          <p:cNvSpPr txBox="1"/>
          <p:nvPr>
            <p:ph idx="18" type="body"/>
          </p:nvPr>
        </p:nvSpPr>
        <p:spPr>
          <a:xfrm>
            <a:off x="7118775"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5" name="Google Shape;95;p16"/>
          <p:cNvSpPr txBox="1"/>
          <p:nvPr>
            <p:ph idx="1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6" name="Google Shape;96;p16"/>
          <p:cNvSpPr txBox="1"/>
          <p:nvPr>
            <p:ph idx="20"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97" name="Google Shape;97;p16"/>
          <p:cNvSpPr txBox="1"/>
          <p:nvPr>
            <p:ph idx="21"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8" name="Google Shape;98;p16"/>
          <p:cNvSpPr txBox="1"/>
          <p:nvPr>
            <p:ph idx="2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 name="Google Shape;99;p16"/>
          <p:cNvSpPr txBox="1"/>
          <p:nvPr>
            <p:ph idx="23"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bg>
      <p:bgPr>
        <a:solidFill>
          <a:schemeClr val="lt1"/>
        </a:solidFill>
      </p:bgPr>
    </p:bg>
    <p:spTree>
      <p:nvGrpSpPr>
        <p:cNvPr id="100" name="Shape 100"/>
        <p:cNvGrpSpPr/>
        <p:nvPr/>
      </p:nvGrpSpPr>
      <p:grpSpPr>
        <a:xfrm>
          <a:off x="0" y="0"/>
          <a:ext cx="0" cy="0"/>
          <a:chOff x="0" y="0"/>
          <a:chExt cx="0" cy="0"/>
        </a:xfrm>
      </p:grpSpPr>
      <p:sp>
        <p:nvSpPr>
          <p:cNvPr id="101" name="Google Shape;101;p17"/>
          <p:cNvSpPr txBox="1"/>
          <p:nvPr>
            <p:ph idx="1"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102" name="Google Shape;102;p17"/>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3" name="Google Shape;103;p17"/>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4" name="Google Shape;104;p17"/>
          <p:cNvSpPr txBox="1"/>
          <p:nvPr>
            <p:ph type="title"/>
          </p:nvPr>
        </p:nvSpPr>
        <p:spPr>
          <a:xfrm>
            <a:off x="10421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 name="Google Shape;105;p17"/>
          <p:cNvSpPr txBox="1"/>
          <p:nvPr>
            <p:ph idx="4" type="title"/>
          </p:nvPr>
        </p:nvSpPr>
        <p:spPr>
          <a:xfrm>
            <a:off x="486175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6" name="Google Shape;106;p17"/>
          <p:cNvSpPr txBox="1"/>
          <p:nvPr>
            <p:ph idx="5" type="title"/>
          </p:nvPr>
        </p:nvSpPr>
        <p:spPr>
          <a:xfrm>
            <a:off x="29520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7" name="Google Shape;107;p17"/>
          <p:cNvSpPr txBox="1"/>
          <p:nvPr>
            <p:ph idx="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8" name="Google Shape;108;p17"/>
          <p:cNvSpPr txBox="1"/>
          <p:nvPr>
            <p:ph idx="7" type="title"/>
          </p:nvPr>
        </p:nvSpPr>
        <p:spPr>
          <a:xfrm flipH="1">
            <a:off x="1046200" y="772500"/>
            <a:ext cx="5726100" cy="21255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
        <p:nvSpPr>
          <p:cNvPr id="109" name="Google Shape;109;p17"/>
          <p:cNvSpPr txBox="1"/>
          <p:nvPr>
            <p:ph idx="8" type="subTitle"/>
          </p:nvPr>
        </p:nvSpPr>
        <p:spPr>
          <a:xfrm>
            <a:off x="1042100"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110" name="Google Shape;110;p17"/>
          <p:cNvSpPr txBox="1"/>
          <p:nvPr>
            <p:ph idx="9" type="title"/>
          </p:nvPr>
        </p:nvSpPr>
        <p:spPr>
          <a:xfrm>
            <a:off x="6771475"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11" name="Google Shape;111;p17"/>
          <p:cNvSpPr txBox="1"/>
          <p:nvPr>
            <p:ph idx="13" type="subTitle"/>
          </p:nvPr>
        </p:nvSpPr>
        <p:spPr>
          <a:xfrm>
            <a:off x="29514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112" name="Google Shape;112;p17"/>
          <p:cNvSpPr txBox="1"/>
          <p:nvPr>
            <p:ph idx="14" type="subTitle"/>
          </p:nvPr>
        </p:nvSpPr>
        <p:spPr>
          <a:xfrm>
            <a:off x="48628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113" name="Google Shape;113;p17"/>
          <p:cNvSpPr txBox="1"/>
          <p:nvPr>
            <p:ph idx="15" type="subTitle"/>
          </p:nvPr>
        </p:nvSpPr>
        <p:spPr>
          <a:xfrm>
            <a:off x="6774249" y="3515850"/>
            <a:ext cx="18489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1">
  <p:cSld name="BLANK_1_4">
    <p:bg>
      <p:bgPr>
        <a:solidFill>
          <a:schemeClr val="lt2"/>
        </a:solidFill>
      </p:bgPr>
    </p:bg>
    <p:spTree>
      <p:nvGrpSpPr>
        <p:cNvPr id="114" name="Shape 114"/>
        <p:cNvGrpSpPr/>
        <p:nvPr/>
      </p:nvGrpSpPr>
      <p:grpSpPr>
        <a:xfrm>
          <a:off x="0" y="0"/>
          <a:ext cx="0" cy="0"/>
          <a:chOff x="0" y="0"/>
          <a:chExt cx="0" cy="0"/>
        </a:xfrm>
      </p:grpSpPr>
      <p:sp>
        <p:nvSpPr>
          <p:cNvPr id="115" name="Google Shape;115;p18"/>
          <p:cNvSpPr txBox="1"/>
          <p:nvPr>
            <p:ph idx="1" type="subTitle"/>
          </p:nvPr>
        </p:nvSpPr>
        <p:spPr>
          <a:xfrm>
            <a:off x="7876950" y="4432750"/>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6" name="Google Shape;116;p18"/>
          <p:cNvSpPr txBox="1"/>
          <p:nvPr>
            <p:ph idx="2" type="subTitle"/>
          </p:nvPr>
        </p:nvSpPr>
        <p:spPr>
          <a:xfrm>
            <a:off x="66165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7" name="Google Shape;117;p18"/>
          <p:cNvSpPr txBox="1"/>
          <p:nvPr>
            <p:ph idx="3" type="subTitle"/>
          </p:nvPr>
        </p:nvSpPr>
        <p:spPr>
          <a:xfrm>
            <a:off x="53574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8" name="Google Shape;118;p18"/>
          <p:cNvSpPr txBox="1"/>
          <p:nvPr>
            <p:ph idx="4" type="subTitle"/>
          </p:nvPr>
        </p:nvSpPr>
        <p:spPr>
          <a:xfrm>
            <a:off x="4097348"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19" name="Google Shape;119;p18"/>
          <p:cNvSpPr txBox="1"/>
          <p:nvPr>
            <p:ph idx="5" type="subTitle"/>
          </p:nvPr>
        </p:nvSpPr>
        <p:spPr>
          <a:xfrm>
            <a:off x="2829250" y="4432750"/>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0" name="Google Shape;120;p18"/>
          <p:cNvSpPr txBox="1"/>
          <p:nvPr>
            <p:ph idx="6" type="subTitle"/>
          </p:nvPr>
        </p:nvSpPr>
        <p:spPr>
          <a:xfrm>
            <a:off x="7876950" y="2287525"/>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1" name="Google Shape;121;p18"/>
          <p:cNvSpPr txBox="1"/>
          <p:nvPr>
            <p:ph idx="7" type="subTitle"/>
          </p:nvPr>
        </p:nvSpPr>
        <p:spPr>
          <a:xfrm>
            <a:off x="66165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2" name="Google Shape;122;p18"/>
          <p:cNvSpPr txBox="1"/>
          <p:nvPr>
            <p:ph idx="8" type="subTitle"/>
          </p:nvPr>
        </p:nvSpPr>
        <p:spPr>
          <a:xfrm>
            <a:off x="53574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3" name="Google Shape;123;p18"/>
          <p:cNvSpPr txBox="1"/>
          <p:nvPr>
            <p:ph idx="9" type="subTitle"/>
          </p:nvPr>
        </p:nvSpPr>
        <p:spPr>
          <a:xfrm>
            <a:off x="4097348"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24" name="Google Shape;124;p18"/>
          <p:cNvSpPr txBox="1"/>
          <p:nvPr>
            <p:ph type="title"/>
          </p:nvPr>
        </p:nvSpPr>
        <p:spPr>
          <a:xfrm>
            <a:off x="519850" y="844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9pPr>
          </a:lstStyle>
          <a:p/>
        </p:txBody>
      </p:sp>
      <p:sp>
        <p:nvSpPr>
          <p:cNvPr id="125" name="Google Shape;125;p18"/>
          <p:cNvSpPr txBox="1"/>
          <p:nvPr>
            <p:ph idx="1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6" name="Google Shape;126;p18"/>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7" name="Google Shape;127;p18"/>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8" name="Google Shape;128;p18"/>
          <p:cNvSpPr txBox="1"/>
          <p:nvPr>
            <p:ph idx="16"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29" name="Google Shape;129;p1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 name="Google Shape;130;p1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31" name="Google Shape;131;p18"/>
          <p:cNvSpPr txBox="1"/>
          <p:nvPr>
            <p:ph idx="17" type="title"/>
          </p:nvPr>
        </p:nvSpPr>
        <p:spPr>
          <a:xfrm>
            <a:off x="519850" y="2986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32" name="Google Shape;132;p18"/>
          <p:cNvSpPr txBox="1"/>
          <p:nvPr>
            <p:ph idx="18" type="subTitle"/>
          </p:nvPr>
        </p:nvSpPr>
        <p:spPr>
          <a:xfrm>
            <a:off x="2829250" y="2287525"/>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133" name="Google Shape;133;p18"/>
          <p:cNvSpPr/>
          <p:nvPr>
            <p:ph idx="19" type="pic"/>
          </p:nvPr>
        </p:nvSpPr>
        <p:spPr>
          <a:xfrm>
            <a:off x="2833325" y="844900"/>
            <a:ext cx="1259100" cy="1443000"/>
          </a:xfrm>
          <a:prstGeom prst="rect">
            <a:avLst/>
          </a:prstGeom>
          <a:noFill/>
          <a:ln>
            <a:noFill/>
          </a:ln>
        </p:spPr>
      </p:sp>
      <p:sp>
        <p:nvSpPr>
          <p:cNvPr id="134" name="Google Shape;134;p18"/>
          <p:cNvSpPr/>
          <p:nvPr>
            <p:ph idx="20" type="pic"/>
          </p:nvPr>
        </p:nvSpPr>
        <p:spPr>
          <a:xfrm>
            <a:off x="4102050" y="844900"/>
            <a:ext cx="1250100" cy="1443000"/>
          </a:xfrm>
          <a:prstGeom prst="rect">
            <a:avLst/>
          </a:prstGeom>
          <a:noFill/>
          <a:ln>
            <a:noFill/>
          </a:ln>
        </p:spPr>
      </p:sp>
      <p:sp>
        <p:nvSpPr>
          <p:cNvPr id="135" name="Google Shape;135;p18"/>
          <p:cNvSpPr/>
          <p:nvPr>
            <p:ph idx="21" type="pic"/>
          </p:nvPr>
        </p:nvSpPr>
        <p:spPr>
          <a:xfrm>
            <a:off x="5362100" y="844900"/>
            <a:ext cx="1250100" cy="1443000"/>
          </a:xfrm>
          <a:prstGeom prst="rect">
            <a:avLst/>
          </a:prstGeom>
          <a:noFill/>
          <a:ln>
            <a:noFill/>
          </a:ln>
        </p:spPr>
      </p:sp>
      <p:sp>
        <p:nvSpPr>
          <p:cNvPr id="136" name="Google Shape;136;p18"/>
          <p:cNvSpPr/>
          <p:nvPr>
            <p:ph idx="22" type="pic"/>
          </p:nvPr>
        </p:nvSpPr>
        <p:spPr>
          <a:xfrm>
            <a:off x="6622150" y="844900"/>
            <a:ext cx="1250100" cy="1443000"/>
          </a:xfrm>
          <a:prstGeom prst="rect">
            <a:avLst/>
          </a:prstGeom>
          <a:noFill/>
          <a:ln>
            <a:noFill/>
          </a:ln>
        </p:spPr>
      </p:sp>
      <p:sp>
        <p:nvSpPr>
          <p:cNvPr id="137" name="Google Shape;137;p18"/>
          <p:cNvSpPr/>
          <p:nvPr>
            <p:ph idx="23" type="pic"/>
          </p:nvPr>
        </p:nvSpPr>
        <p:spPr>
          <a:xfrm>
            <a:off x="7881550" y="844900"/>
            <a:ext cx="1262400" cy="1443000"/>
          </a:xfrm>
          <a:prstGeom prst="rect">
            <a:avLst/>
          </a:prstGeom>
          <a:noFill/>
          <a:ln>
            <a:noFill/>
          </a:ln>
        </p:spPr>
      </p:sp>
      <p:sp>
        <p:nvSpPr>
          <p:cNvPr id="138" name="Google Shape;138;p18"/>
          <p:cNvSpPr/>
          <p:nvPr>
            <p:ph idx="24" type="pic"/>
          </p:nvPr>
        </p:nvSpPr>
        <p:spPr>
          <a:xfrm>
            <a:off x="2833325" y="2991250"/>
            <a:ext cx="1259100" cy="1441800"/>
          </a:xfrm>
          <a:prstGeom prst="rect">
            <a:avLst/>
          </a:prstGeom>
          <a:noFill/>
          <a:ln>
            <a:noFill/>
          </a:ln>
        </p:spPr>
      </p:sp>
      <p:sp>
        <p:nvSpPr>
          <p:cNvPr id="139" name="Google Shape;139;p18"/>
          <p:cNvSpPr/>
          <p:nvPr>
            <p:ph idx="25" type="pic"/>
          </p:nvPr>
        </p:nvSpPr>
        <p:spPr>
          <a:xfrm>
            <a:off x="4102050" y="2991250"/>
            <a:ext cx="1250100" cy="1441800"/>
          </a:xfrm>
          <a:prstGeom prst="rect">
            <a:avLst/>
          </a:prstGeom>
          <a:noFill/>
          <a:ln>
            <a:noFill/>
          </a:ln>
        </p:spPr>
      </p:sp>
      <p:sp>
        <p:nvSpPr>
          <p:cNvPr id="140" name="Google Shape;140;p18"/>
          <p:cNvSpPr/>
          <p:nvPr>
            <p:ph idx="26" type="pic"/>
          </p:nvPr>
        </p:nvSpPr>
        <p:spPr>
          <a:xfrm>
            <a:off x="5362100" y="2991250"/>
            <a:ext cx="1250100" cy="1441800"/>
          </a:xfrm>
          <a:prstGeom prst="rect">
            <a:avLst/>
          </a:prstGeom>
          <a:noFill/>
          <a:ln>
            <a:noFill/>
          </a:ln>
        </p:spPr>
      </p:sp>
      <p:sp>
        <p:nvSpPr>
          <p:cNvPr id="141" name="Google Shape;141;p18"/>
          <p:cNvSpPr/>
          <p:nvPr>
            <p:ph idx="27" type="pic"/>
          </p:nvPr>
        </p:nvSpPr>
        <p:spPr>
          <a:xfrm>
            <a:off x="6622150" y="2991250"/>
            <a:ext cx="1250100" cy="1441800"/>
          </a:xfrm>
          <a:prstGeom prst="rect">
            <a:avLst/>
          </a:prstGeom>
          <a:noFill/>
          <a:ln>
            <a:noFill/>
          </a:ln>
        </p:spPr>
      </p:sp>
      <p:sp>
        <p:nvSpPr>
          <p:cNvPr id="142" name="Google Shape;142;p18"/>
          <p:cNvSpPr/>
          <p:nvPr>
            <p:ph idx="28" type="pic"/>
          </p:nvPr>
        </p:nvSpPr>
        <p:spPr>
          <a:xfrm>
            <a:off x="7881550" y="2991250"/>
            <a:ext cx="1262400" cy="14418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Milestones">
  <p:cSld name="BLANK_1_2_1">
    <p:bg>
      <p:bgPr>
        <a:solidFill>
          <a:schemeClr val="dk2"/>
        </a:solidFill>
      </p:bgPr>
    </p:bg>
    <p:spTree>
      <p:nvGrpSpPr>
        <p:cNvPr id="143" name="Shape 143"/>
        <p:cNvGrpSpPr/>
        <p:nvPr/>
      </p:nvGrpSpPr>
      <p:grpSpPr>
        <a:xfrm>
          <a:off x="0" y="0"/>
          <a:ext cx="0" cy="0"/>
          <a:chOff x="0" y="0"/>
          <a:chExt cx="0" cy="0"/>
        </a:xfrm>
      </p:grpSpPr>
      <p:sp>
        <p:nvSpPr>
          <p:cNvPr id="144" name="Google Shape;144;p19"/>
          <p:cNvSpPr txBox="1"/>
          <p:nvPr>
            <p:ph idx="1" type="body"/>
          </p:nvPr>
        </p:nvSpPr>
        <p:spPr>
          <a:xfrm>
            <a:off x="6777000" y="1805138"/>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45" name="Google Shape;145;p19"/>
          <p:cNvSpPr txBox="1"/>
          <p:nvPr>
            <p:ph idx="2" type="body"/>
          </p:nvPr>
        </p:nvSpPr>
        <p:spPr>
          <a:xfrm>
            <a:off x="4684800" y="1755750"/>
            <a:ext cx="2086500" cy="1212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46" name="Google Shape;146;p19"/>
          <p:cNvSpPr txBox="1"/>
          <p:nvPr>
            <p:ph idx="3" type="body"/>
          </p:nvPr>
        </p:nvSpPr>
        <p:spPr>
          <a:xfrm>
            <a:off x="4684800" y="3390775"/>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47" name="Google Shape;147;p19"/>
          <p:cNvSpPr txBox="1"/>
          <p:nvPr>
            <p:ph idx="4" type="subTitle"/>
          </p:nvPr>
        </p:nvSpPr>
        <p:spPr>
          <a:xfrm>
            <a:off x="6778383" y="3350950"/>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48" name="Google Shape;148;p19"/>
          <p:cNvSpPr txBox="1"/>
          <p:nvPr>
            <p:ph idx="5" type="subTitle"/>
          </p:nvPr>
        </p:nvSpPr>
        <p:spPr>
          <a:xfrm>
            <a:off x="6778457" y="3535750"/>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49" name="Google Shape;149;p19"/>
          <p:cNvSpPr txBox="1"/>
          <p:nvPr>
            <p:ph idx="6" type="body"/>
          </p:nvPr>
        </p:nvSpPr>
        <p:spPr>
          <a:xfrm>
            <a:off x="6777000" y="3955275"/>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50" name="Google Shape;150;p19"/>
          <p:cNvSpPr txBox="1"/>
          <p:nvPr>
            <p:ph idx="7" type="subTitle"/>
          </p:nvPr>
        </p:nvSpPr>
        <p:spPr>
          <a:xfrm>
            <a:off x="6778383" y="1200813"/>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51" name="Google Shape;151;p19"/>
          <p:cNvSpPr txBox="1"/>
          <p:nvPr>
            <p:ph idx="8" type="subTitle"/>
          </p:nvPr>
        </p:nvSpPr>
        <p:spPr>
          <a:xfrm>
            <a:off x="6778457" y="1385613"/>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52" name="Google Shape;152;p19"/>
          <p:cNvSpPr txBox="1"/>
          <p:nvPr>
            <p:ph idx="9" type="subTitle"/>
          </p:nvPr>
        </p:nvSpPr>
        <p:spPr>
          <a:xfrm>
            <a:off x="518725" y="1576950"/>
            <a:ext cx="20793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53" name="Google Shape;153;p19"/>
          <p:cNvSpPr txBox="1"/>
          <p:nvPr>
            <p:ph idx="13" type="subTitle"/>
          </p:nvPr>
        </p:nvSpPr>
        <p:spPr>
          <a:xfrm>
            <a:off x="518800" y="1761750"/>
            <a:ext cx="20793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54" name="Google Shape;154;p19"/>
          <p:cNvSpPr txBox="1"/>
          <p:nvPr>
            <p:ph idx="14" type="body"/>
          </p:nvPr>
        </p:nvSpPr>
        <p:spPr>
          <a:xfrm>
            <a:off x="517325" y="2181275"/>
            <a:ext cx="20793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55" name="Google Shape;155;p19"/>
          <p:cNvSpPr txBox="1"/>
          <p:nvPr>
            <p:ph idx="15" type="subTitle"/>
          </p:nvPr>
        </p:nvSpPr>
        <p:spPr>
          <a:xfrm>
            <a:off x="2599579" y="1576950"/>
            <a:ext cx="20850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56" name="Google Shape;156;p19"/>
          <p:cNvSpPr txBox="1"/>
          <p:nvPr>
            <p:ph idx="16" type="subTitle"/>
          </p:nvPr>
        </p:nvSpPr>
        <p:spPr>
          <a:xfrm>
            <a:off x="2599654" y="1761750"/>
            <a:ext cx="20850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57" name="Google Shape;157;p19"/>
          <p:cNvSpPr txBox="1"/>
          <p:nvPr>
            <p:ph idx="17" type="body"/>
          </p:nvPr>
        </p:nvSpPr>
        <p:spPr>
          <a:xfrm>
            <a:off x="2598175" y="2181275"/>
            <a:ext cx="20850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158" name="Google Shape;158;p19"/>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59" name="Google Shape;159;p19"/>
          <p:cNvSpPr txBox="1"/>
          <p:nvPr>
            <p:ph idx="1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60" name="Google Shape;160;p19"/>
          <p:cNvSpPr txBox="1"/>
          <p:nvPr>
            <p:ph idx="20"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61" name="Google Shape;161;p19"/>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162" name="Google Shape;162;p1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63" name="Google Shape;163;p1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164" name="Google Shape;164;p19"/>
          <p:cNvSpPr txBox="1"/>
          <p:nvPr>
            <p:ph idx="21" type="title"/>
          </p:nvPr>
        </p:nvSpPr>
        <p:spPr>
          <a:xfrm>
            <a:off x="518575" y="3955025"/>
            <a:ext cx="20793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65" name="Google Shape;165;p19"/>
          <p:cNvSpPr txBox="1"/>
          <p:nvPr>
            <p:ph idx="22" type="title"/>
          </p:nvPr>
        </p:nvSpPr>
        <p:spPr>
          <a:xfrm>
            <a:off x="2596700" y="3955025"/>
            <a:ext cx="20865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66" name="Google Shape;166;p19"/>
          <p:cNvSpPr txBox="1"/>
          <p:nvPr>
            <p:ph idx="23" type="subTitle"/>
          </p:nvPr>
        </p:nvSpPr>
        <p:spPr>
          <a:xfrm>
            <a:off x="4684800" y="1002050"/>
            <a:ext cx="2086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67" name="Google Shape;167;p19"/>
          <p:cNvSpPr txBox="1"/>
          <p:nvPr>
            <p:ph idx="24" type="subTitle"/>
          </p:nvPr>
        </p:nvSpPr>
        <p:spPr>
          <a:xfrm>
            <a:off x="4684871" y="1186850"/>
            <a:ext cx="2086500" cy="4803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68" name="Google Shape;168;p19"/>
          <p:cNvSpPr txBox="1"/>
          <p:nvPr>
            <p:ph idx="25" type="subTitle"/>
          </p:nvPr>
        </p:nvSpPr>
        <p:spPr>
          <a:xfrm>
            <a:off x="4684875" y="3088650"/>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69" name="Google Shape;169;p19"/>
          <p:cNvSpPr txBox="1"/>
          <p:nvPr>
            <p:ph idx="26" type="subTitle"/>
          </p:nvPr>
        </p:nvSpPr>
        <p:spPr>
          <a:xfrm>
            <a:off x="4684875" y="4079075"/>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70" name="Google Shape;170;p19"/>
          <p:cNvSpPr txBox="1"/>
          <p:nvPr>
            <p:ph idx="27" type="body"/>
          </p:nvPr>
        </p:nvSpPr>
        <p:spPr>
          <a:xfrm>
            <a:off x="4684800" y="4385550"/>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80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80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80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80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80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80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80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800"/>
              </a:spcBef>
              <a:spcAft>
                <a:spcPts val="800"/>
              </a:spcAft>
              <a:buClr>
                <a:schemeClr val="dk2"/>
              </a:buClr>
              <a:buSzPts val="1000"/>
              <a:buFont typeface="Inter"/>
              <a:buChar char="■"/>
              <a:defRPr sz="1000">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oY Revenew Growth - ALT 1">
  <p:cSld name="BLANK_1_1_1_1_1_1_1_1_2_1_1">
    <p:bg>
      <p:bgPr>
        <a:solidFill>
          <a:schemeClr val="lt2"/>
        </a:solidFill>
      </p:bgPr>
    </p:bg>
    <p:spTree>
      <p:nvGrpSpPr>
        <p:cNvPr id="171" name="Shape 171"/>
        <p:cNvGrpSpPr/>
        <p:nvPr/>
      </p:nvGrpSpPr>
      <p:grpSpPr>
        <a:xfrm>
          <a:off x="0" y="0"/>
          <a:ext cx="0" cy="0"/>
          <a:chOff x="0" y="0"/>
          <a:chExt cx="0" cy="0"/>
        </a:xfrm>
      </p:grpSpPr>
      <p:sp>
        <p:nvSpPr>
          <p:cNvPr id="172" name="Google Shape;172;p20"/>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73" name="Google Shape;173;p2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74" name="Google Shape;174;p20"/>
          <p:cNvSpPr/>
          <p:nvPr/>
        </p:nvSpPr>
        <p:spPr>
          <a:xfrm>
            <a:off x="802750" y="1006925"/>
            <a:ext cx="197400" cy="19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75" name="Google Shape;175;p20"/>
          <p:cNvSpPr/>
          <p:nvPr/>
        </p:nvSpPr>
        <p:spPr>
          <a:xfrm>
            <a:off x="2077650" y="1006925"/>
            <a:ext cx="197400" cy="19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76" name="Google Shape;176;p20"/>
          <p:cNvSpPr txBox="1"/>
          <p:nvPr>
            <p:ph type="title"/>
          </p:nvPr>
        </p:nvSpPr>
        <p:spPr>
          <a:xfrm flipH="1">
            <a:off x="524150" y="334900"/>
            <a:ext cx="6248700" cy="5067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77" name="Google Shape;177;p20"/>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78" name="Google Shape;178;p2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79" name="Google Shape;179;p20"/>
          <p:cNvSpPr txBox="1"/>
          <p:nvPr>
            <p:ph idx="4" type="body"/>
          </p:nvPr>
        </p:nvSpPr>
        <p:spPr>
          <a:xfrm>
            <a:off x="6773750" y="1354750"/>
            <a:ext cx="1848900" cy="28836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80" name="Google Shape;180;p20"/>
          <p:cNvSpPr txBox="1"/>
          <p:nvPr>
            <p:ph idx="5" type="title"/>
          </p:nvPr>
        </p:nvSpPr>
        <p:spPr>
          <a:xfrm>
            <a:off x="6773750" y="841725"/>
            <a:ext cx="1848900" cy="3648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81" name="Google Shape;181;p20"/>
          <p:cNvSpPr txBox="1"/>
          <p:nvPr>
            <p:ph idx="6" type="subTitle"/>
          </p:nvPr>
        </p:nvSpPr>
        <p:spPr>
          <a:xfrm>
            <a:off x="10001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2" name="Google Shape;182;p20"/>
          <p:cNvSpPr txBox="1"/>
          <p:nvPr>
            <p:ph idx="7" type="subTitle"/>
          </p:nvPr>
        </p:nvSpPr>
        <p:spPr>
          <a:xfrm>
            <a:off x="22750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3" name="Google Shape;183;p20"/>
          <p:cNvSpPr txBox="1"/>
          <p:nvPr>
            <p:ph idx="8" type="title"/>
          </p:nvPr>
        </p:nvSpPr>
        <p:spPr>
          <a:xfrm>
            <a:off x="772850" y="14820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4" name="Google Shape;184;p20"/>
          <p:cNvSpPr txBox="1"/>
          <p:nvPr>
            <p:ph idx="9" type="title"/>
          </p:nvPr>
        </p:nvSpPr>
        <p:spPr>
          <a:xfrm>
            <a:off x="772850" y="20587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5" name="Google Shape;185;p20"/>
          <p:cNvSpPr txBox="1"/>
          <p:nvPr>
            <p:ph idx="13" type="title"/>
          </p:nvPr>
        </p:nvSpPr>
        <p:spPr>
          <a:xfrm>
            <a:off x="772850" y="26353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6" name="Google Shape;186;p20"/>
          <p:cNvSpPr txBox="1"/>
          <p:nvPr>
            <p:ph idx="14" type="title"/>
          </p:nvPr>
        </p:nvSpPr>
        <p:spPr>
          <a:xfrm>
            <a:off x="772850" y="32120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7" name="Google Shape;187;p20"/>
          <p:cNvSpPr txBox="1"/>
          <p:nvPr>
            <p:ph idx="15" type="title"/>
          </p:nvPr>
        </p:nvSpPr>
        <p:spPr>
          <a:xfrm>
            <a:off x="772850" y="37886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8" name="Google Shape;188;p20"/>
          <p:cNvSpPr txBox="1"/>
          <p:nvPr>
            <p:ph idx="16" type="title"/>
          </p:nvPr>
        </p:nvSpPr>
        <p:spPr>
          <a:xfrm>
            <a:off x="772850" y="43653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89" name="Google Shape;189;p20"/>
          <p:cNvSpPr txBox="1"/>
          <p:nvPr>
            <p:ph idx="17" type="subTitle"/>
          </p:nvPr>
        </p:nvSpPr>
        <p:spPr>
          <a:xfrm>
            <a:off x="12524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cxnSp>
        <p:nvCxnSpPr>
          <p:cNvPr id="190" name="Google Shape;190;p2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91" name="Google Shape;191;p20"/>
          <p:cNvSpPr txBox="1"/>
          <p:nvPr>
            <p:ph idx="18" type="subTitle"/>
          </p:nvPr>
        </p:nvSpPr>
        <p:spPr>
          <a:xfrm>
            <a:off x="19273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2" name="Google Shape;192;p20"/>
          <p:cNvSpPr txBox="1"/>
          <p:nvPr>
            <p:ph idx="19" type="subTitle"/>
          </p:nvPr>
        </p:nvSpPr>
        <p:spPr>
          <a:xfrm>
            <a:off x="26022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3" name="Google Shape;193;p20"/>
          <p:cNvSpPr txBox="1"/>
          <p:nvPr>
            <p:ph idx="20" type="subTitle"/>
          </p:nvPr>
        </p:nvSpPr>
        <p:spPr>
          <a:xfrm>
            <a:off x="329706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4" name="Google Shape;194;p20"/>
          <p:cNvSpPr txBox="1"/>
          <p:nvPr>
            <p:ph idx="21" type="subTitle"/>
          </p:nvPr>
        </p:nvSpPr>
        <p:spPr>
          <a:xfrm>
            <a:off x="400183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5" name="Google Shape;195;p20"/>
          <p:cNvSpPr txBox="1"/>
          <p:nvPr>
            <p:ph idx="22" type="subTitle"/>
          </p:nvPr>
        </p:nvSpPr>
        <p:spPr>
          <a:xfrm>
            <a:off x="4711450"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6" name="Google Shape;196;p20"/>
          <p:cNvSpPr txBox="1"/>
          <p:nvPr>
            <p:ph idx="23" type="subTitle"/>
          </p:nvPr>
        </p:nvSpPr>
        <p:spPr>
          <a:xfrm>
            <a:off x="542111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97" name="Google Shape;197;p20"/>
          <p:cNvSpPr txBox="1"/>
          <p:nvPr>
            <p:ph idx="24" type="subTitle"/>
          </p:nvPr>
        </p:nvSpPr>
        <p:spPr>
          <a:xfrm>
            <a:off x="613078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Highlights">
  <p:cSld name="BLANK_1_1_1_1_1_1_1_3_1">
    <p:bg>
      <p:bgPr>
        <a:solidFill>
          <a:schemeClr val="lt2"/>
        </a:solidFill>
      </p:bgPr>
    </p:bg>
    <p:spTree>
      <p:nvGrpSpPr>
        <p:cNvPr id="198" name="Shape 198"/>
        <p:cNvGrpSpPr/>
        <p:nvPr/>
      </p:nvGrpSpPr>
      <p:grpSpPr>
        <a:xfrm>
          <a:off x="0" y="0"/>
          <a:ext cx="0" cy="0"/>
          <a:chOff x="0" y="0"/>
          <a:chExt cx="0" cy="0"/>
        </a:xfrm>
      </p:grpSpPr>
      <p:sp>
        <p:nvSpPr>
          <p:cNvPr id="199" name="Google Shape;199;p21"/>
          <p:cNvSpPr txBox="1"/>
          <p:nvPr>
            <p:ph idx="1" type="body"/>
          </p:nvPr>
        </p:nvSpPr>
        <p:spPr>
          <a:xfrm>
            <a:off x="5810300" y="1307625"/>
            <a:ext cx="2812500" cy="2065800"/>
          </a:xfrm>
          <a:prstGeom prst="rect">
            <a:avLst/>
          </a:prstGeom>
        </p:spPr>
        <p:txBody>
          <a:bodyPr anchorCtr="0" anchor="t" bIns="182875" lIns="182875" spcFirstLastPara="1" rIns="182875" wrap="square" tIns="274300">
            <a:noAutofit/>
          </a:bodyPr>
          <a:lstStyle>
            <a:lvl1pPr indent="-304800" lvl="0" marL="457200">
              <a:spcBef>
                <a:spcPts val="0"/>
              </a:spcBef>
              <a:spcAft>
                <a:spcPts val="0"/>
              </a:spcAft>
              <a:buSzPts val="1200"/>
              <a:buFont typeface="Inter Light"/>
              <a:buChar char="●"/>
              <a:defRPr>
                <a:latin typeface="Inter Light"/>
                <a:ea typeface="Inter Light"/>
                <a:cs typeface="Inter Light"/>
                <a:sym typeface="Inter Light"/>
              </a:defRPr>
            </a:lvl1pPr>
            <a:lvl2pPr indent="-304800" lvl="1" marL="914400">
              <a:spcBef>
                <a:spcPts val="800"/>
              </a:spcBef>
              <a:spcAft>
                <a:spcPts val="0"/>
              </a:spcAft>
              <a:buSzPts val="1200"/>
              <a:buFont typeface="Inter Light"/>
              <a:buChar char="○"/>
              <a:defRPr>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304800" lvl="3" marL="1828800">
              <a:spcBef>
                <a:spcPts val="800"/>
              </a:spcBef>
              <a:spcAft>
                <a:spcPts val="0"/>
              </a:spcAft>
              <a:buSzPts val="1200"/>
              <a:buFont typeface="Inter Light"/>
              <a:buChar char="●"/>
              <a:defRPr>
                <a:latin typeface="Inter Light"/>
                <a:ea typeface="Inter Light"/>
                <a:cs typeface="Inter Light"/>
                <a:sym typeface="Inter Light"/>
              </a:defRPr>
            </a:lvl4pPr>
            <a:lvl5pPr indent="-304800" lvl="4" marL="2286000">
              <a:spcBef>
                <a:spcPts val="800"/>
              </a:spcBef>
              <a:spcAft>
                <a:spcPts val="0"/>
              </a:spcAft>
              <a:buSzPts val="1200"/>
              <a:buFont typeface="Inter Light"/>
              <a:buChar char="○"/>
              <a:defRPr>
                <a:latin typeface="Inter Light"/>
                <a:ea typeface="Inter Light"/>
                <a:cs typeface="Inter Light"/>
                <a:sym typeface="Inter Light"/>
              </a:defRPr>
            </a:lvl5pPr>
            <a:lvl6pPr indent="-304800" lvl="5" marL="2743200">
              <a:spcBef>
                <a:spcPts val="800"/>
              </a:spcBef>
              <a:spcAft>
                <a:spcPts val="0"/>
              </a:spcAft>
              <a:buSzPts val="1200"/>
              <a:buFont typeface="Inter Light"/>
              <a:buChar char="■"/>
              <a:defRPr>
                <a:latin typeface="Inter Light"/>
                <a:ea typeface="Inter Light"/>
                <a:cs typeface="Inter Light"/>
                <a:sym typeface="Inter Light"/>
              </a:defRPr>
            </a:lvl6pPr>
            <a:lvl7pPr indent="-304800" lvl="6" marL="3200400">
              <a:spcBef>
                <a:spcPts val="800"/>
              </a:spcBef>
              <a:spcAft>
                <a:spcPts val="0"/>
              </a:spcAft>
              <a:buSzPts val="1200"/>
              <a:buFont typeface="Inter Light"/>
              <a:buChar char="●"/>
              <a:defRPr>
                <a:latin typeface="Inter Light"/>
                <a:ea typeface="Inter Light"/>
                <a:cs typeface="Inter Light"/>
                <a:sym typeface="Inter Light"/>
              </a:defRPr>
            </a:lvl7pPr>
            <a:lvl8pPr indent="-304800" lvl="7" marL="3657600">
              <a:spcBef>
                <a:spcPts val="800"/>
              </a:spcBef>
              <a:spcAft>
                <a:spcPts val="0"/>
              </a:spcAft>
              <a:buSzPts val="1200"/>
              <a:buFont typeface="Inter Light"/>
              <a:buChar char="○"/>
              <a:defRPr>
                <a:latin typeface="Inter Light"/>
                <a:ea typeface="Inter Light"/>
                <a:cs typeface="Inter Light"/>
                <a:sym typeface="Inter Light"/>
              </a:defRPr>
            </a:lvl8pPr>
            <a:lvl9pPr indent="-304800" lvl="8" marL="4114800">
              <a:spcBef>
                <a:spcPts val="800"/>
              </a:spcBef>
              <a:spcAft>
                <a:spcPts val="800"/>
              </a:spcAft>
              <a:buSzPts val="1200"/>
              <a:buFont typeface="Inter Light"/>
              <a:buChar char="■"/>
              <a:defRPr>
                <a:latin typeface="Inter Light"/>
                <a:ea typeface="Inter Light"/>
                <a:cs typeface="Inter Light"/>
                <a:sym typeface="Inter Light"/>
              </a:defRPr>
            </a:lvl9pPr>
          </a:lstStyle>
          <a:p/>
        </p:txBody>
      </p:sp>
      <p:sp>
        <p:nvSpPr>
          <p:cNvPr id="200" name="Google Shape;200;p21"/>
          <p:cNvSpPr txBox="1"/>
          <p:nvPr>
            <p:ph type="title"/>
          </p:nvPr>
        </p:nvSpPr>
        <p:spPr>
          <a:xfrm>
            <a:off x="520900"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201" name="Google Shape;201;p21"/>
          <p:cNvSpPr txBox="1"/>
          <p:nvPr>
            <p:ph idx="2" type="title"/>
          </p:nvPr>
        </p:nvSpPr>
        <p:spPr>
          <a:xfrm>
            <a:off x="520900"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SzPts val="1200"/>
              <a:buFont typeface="Inter"/>
              <a:buNone/>
              <a:defRPr sz="1200">
                <a:latin typeface="Inter"/>
                <a:ea typeface="Inter"/>
                <a:cs typeface="Inter"/>
                <a:sym typeface="Inter"/>
              </a:defRPr>
            </a:lvl1pPr>
            <a:lvl2pPr lvl="1">
              <a:spcBef>
                <a:spcPts val="0"/>
              </a:spcBef>
              <a:spcAft>
                <a:spcPts val="0"/>
              </a:spcAft>
              <a:buSzPts val="1200"/>
              <a:buFont typeface="Inter"/>
              <a:buNone/>
              <a:defRPr sz="1200">
                <a:latin typeface="Inter"/>
                <a:ea typeface="Inter"/>
                <a:cs typeface="Inter"/>
                <a:sym typeface="Inter"/>
              </a:defRPr>
            </a:lvl2pPr>
            <a:lvl3pPr lvl="2">
              <a:spcBef>
                <a:spcPts val="0"/>
              </a:spcBef>
              <a:spcAft>
                <a:spcPts val="0"/>
              </a:spcAft>
              <a:buSzPts val="1200"/>
              <a:buFont typeface="Inter"/>
              <a:buNone/>
              <a:defRPr sz="1200">
                <a:latin typeface="Inter"/>
                <a:ea typeface="Inter"/>
                <a:cs typeface="Inter"/>
                <a:sym typeface="Inter"/>
              </a:defRPr>
            </a:lvl3pPr>
            <a:lvl4pPr lvl="3">
              <a:spcBef>
                <a:spcPts val="0"/>
              </a:spcBef>
              <a:spcAft>
                <a:spcPts val="0"/>
              </a:spcAft>
              <a:buSzPts val="1200"/>
              <a:buFont typeface="Inter"/>
              <a:buNone/>
              <a:defRPr sz="1200">
                <a:latin typeface="Inter"/>
                <a:ea typeface="Inter"/>
                <a:cs typeface="Inter"/>
                <a:sym typeface="Inter"/>
              </a:defRPr>
            </a:lvl4pPr>
            <a:lvl5pPr lvl="4">
              <a:spcBef>
                <a:spcPts val="0"/>
              </a:spcBef>
              <a:spcAft>
                <a:spcPts val="0"/>
              </a:spcAft>
              <a:buSzPts val="1200"/>
              <a:buFont typeface="Inter"/>
              <a:buNone/>
              <a:defRPr sz="1200">
                <a:latin typeface="Inter"/>
                <a:ea typeface="Inter"/>
                <a:cs typeface="Inter"/>
                <a:sym typeface="Inter"/>
              </a:defRPr>
            </a:lvl5pPr>
            <a:lvl6pPr lvl="5">
              <a:spcBef>
                <a:spcPts val="0"/>
              </a:spcBef>
              <a:spcAft>
                <a:spcPts val="0"/>
              </a:spcAft>
              <a:buSzPts val="1200"/>
              <a:buFont typeface="Inter"/>
              <a:buNone/>
              <a:defRPr sz="1200">
                <a:latin typeface="Inter"/>
                <a:ea typeface="Inter"/>
                <a:cs typeface="Inter"/>
                <a:sym typeface="Inter"/>
              </a:defRPr>
            </a:lvl6pPr>
            <a:lvl7pPr lvl="6">
              <a:spcBef>
                <a:spcPts val="0"/>
              </a:spcBef>
              <a:spcAft>
                <a:spcPts val="0"/>
              </a:spcAft>
              <a:buSzPts val="1200"/>
              <a:buFont typeface="Inter"/>
              <a:buNone/>
              <a:defRPr sz="1200">
                <a:latin typeface="Inter"/>
                <a:ea typeface="Inter"/>
                <a:cs typeface="Inter"/>
                <a:sym typeface="Inter"/>
              </a:defRPr>
            </a:lvl7pPr>
            <a:lvl8pPr lvl="7">
              <a:spcBef>
                <a:spcPts val="0"/>
              </a:spcBef>
              <a:spcAft>
                <a:spcPts val="0"/>
              </a:spcAft>
              <a:buSzPts val="1200"/>
              <a:buFont typeface="Inter"/>
              <a:buNone/>
              <a:defRPr sz="1200">
                <a:latin typeface="Inter"/>
                <a:ea typeface="Inter"/>
                <a:cs typeface="Inter"/>
                <a:sym typeface="Inter"/>
              </a:defRPr>
            </a:lvl8pPr>
            <a:lvl9pPr lvl="8">
              <a:spcBef>
                <a:spcPts val="0"/>
              </a:spcBef>
              <a:spcAft>
                <a:spcPts val="0"/>
              </a:spcAft>
              <a:buSzPts val="1200"/>
              <a:buFont typeface="Inter"/>
              <a:buNone/>
              <a:defRPr sz="1200">
                <a:latin typeface="Inter"/>
                <a:ea typeface="Inter"/>
                <a:cs typeface="Inter"/>
                <a:sym typeface="Inter"/>
              </a:defRPr>
            </a:lvl9pPr>
          </a:lstStyle>
          <a:p/>
        </p:txBody>
      </p:sp>
      <p:sp>
        <p:nvSpPr>
          <p:cNvPr id="202" name="Google Shape;202;p21"/>
          <p:cNvSpPr txBox="1"/>
          <p:nvPr>
            <p:ph idx="3" type="subTitle"/>
          </p:nvPr>
        </p:nvSpPr>
        <p:spPr>
          <a:xfrm>
            <a:off x="520900"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SzPts val="800"/>
              <a:buFont typeface="Inter Light"/>
              <a:buNone/>
              <a:defRPr sz="800">
                <a:latin typeface="Inter Light"/>
                <a:ea typeface="Inter Light"/>
                <a:cs typeface="Inter Light"/>
                <a:sym typeface="Inter Light"/>
              </a:defRPr>
            </a:lvl1pPr>
            <a:lvl2pPr lvl="1">
              <a:spcBef>
                <a:spcPts val="800"/>
              </a:spcBef>
              <a:spcAft>
                <a:spcPts val="0"/>
              </a:spcAft>
              <a:buSzPts val="800"/>
              <a:buFont typeface="Inter Light"/>
              <a:buNone/>
              <a:defRPr sz="800">
                <a:latin typeface="Inter Light"/>
                <a:ea typeface="Inter Light"/>
                <a:cs typeface="Inter Light"/>
                <a:sym typeface="Inter Light"/>
              </a:defRPr>
            </a:lvl2pPr>
            <a:lvl3pPr lvl="2">
              <a:spcBef>
                <a:spcPts val="800"/>
              </a:spcBef>
              <a:spcAft>
                <a:spcPts val="0"/>
              </a:spcAft>
              <a:buSzPts val="800"/>
              <a:buFont typeface="Inter Light"/>
              <a:buNone/>
              <a:defRPr sz="800">
                <a:latin typeface="Inter Light"/>
                <a:ea typeface="Inter Light"/>
                <a:cs typeface="Inter Light"/>
                <a:sym typeface="Inter Light"/>
              </a:defRPr>
            </a:lvl3pPr>
            <a:lvl4pPr lvl="3">
              <a:spcBef>
                <a:spcPts val="800"/>
              </a:spcBef>
              <a:spcAft>
                <a:spcPts val="0"/>
              </a:spcAft>
              <a:buSzPts val="800"/>
              <a:buFont typeface="Inter Light"/>
              <a:buNone/>
              <a:defRPr sz="800">
                <a:latin typeface="Inter Light"/>
                <a:ea typeface="Inter Light"/>
                <a:cs typeface="Inter Light"/>
                <a:sym typeface="Inter Light"/>
              </a:defRPr>
            </a:lvl4pPr>
            <a:lvl5pPr lvl="4">
              <a:spcBef>
                <a:spcPts val="800"/>
              </a:spcBef>
              <a:spcAft>
                <a:spcPts val="0"/>
              </a:spcAft>
              <a:buSzPts val="800"/>
              <a:buFont typeface="Inter Light"/>
              <a:buNone/>
              <a:defRPr sz="800">
                <a:latin typeface="Inter Light"/>
                <a:ea typeface="Inter Light"/>
                <a:cs typeface="Inter Light"/>
                <a:sym typeface="Inter Light"/>
              </a:defRPr>
            </a:lvl5pPr>
            <a:lvl6pPr lvl="5">
              <a:spcBef>
                <a:spcPts val="800"/>
              </a:spcBef>
              <a:spcAft>
                <a:spcPts val="0"/>
              </a:spcAft>
              <a:buSzPts val="800"/>
              <a:buFont typeface="Inter Light"/>
              <a:buNone/>
              <a:defRPr sz="800">
                <a:latin typeface="Inter Light"/>
                <a:ea typeface="Inter Light"/>
                <a:cs typeface="Inter Light"/>
                <a:sym typeface="Inter Light"/>
              </a:defRPr>
            </a:lvl6pPr>
            <a:lvl7pPr lvl="6">
              <a:spcBef>
                <a:spcPts val="800"/>
              </a:spcBef>
              <a:spcAft>
                <a:spcPts val="0"/>
              </a:spcAft>
              <a:buSzPts val="800"/>
              <a:buFont typeface="Inter Light"/>
              <a:buNone/>
              <a:defRPr sz="800">
                <a:latin typeface="Inter Light"/>
                <a:ea typeface="Inter Light"/>
                <a:cs typeface="Inter Light"/>
                <a:sym typeface="Inter Light"/>
              </a:defRPr>
            </a:lvl7pPr>
            <a:lvl8pPr lvl="7">
              <a:spcBef>
                <a:spcPts val="800"/>
              </a:spcBef>
              <a:spcAft>
                <a:spcPts val="0"/>
              </a:spcAft>
              <a:buSzPts val="800"/>
              <a:buFont typeface="Inter Light"/>
              <a:buNone/>
              <a:defRPr sz="800">
                <a:latin typeface="Inter Light"/>
                <a:ea typeface="Inter Light"/>
                <a:cs typeface="Inter Light"/>
                <a:sym typeface="Inter Light"/>
              </a:defRPr>
            </a:lvl8pPr>
            <a:lvl9pPr lvl="8">
              <a:spcBef>
                <a:spcPts val="800"/>
              </a:spcBef>
              <a:spcAft>
                <a:spcPts val="800"/>
              </a:spcAft>
              <a:buSzPts val="800"/>
              <a:buFont typeface="Inter Light"/>
              <a:buNone/>
              <a:defRPr sz="800">
                <a:latin typeface="Inter Light"/>
                <a:ea typeface="Inter Light"/>
                <a:cs typeface="Inter Light"/>
                <a:sym typeface="Inter Light"/>
              </a:defRPr>
            </a:lvl9pPr>
          </a:lstStyle>
          <a:p/>
        </p:txBody>
      </p:sp>
      <p:sp>
        <p:nvSpPr>
          <p:cNvPr id="203" name="Google Shape;203;p21"/>
          <p:cNvSpPr txBox="1"/>
          <p:nvPr>
            <p:ph idx="4" type="title"/>
          </p:nvPr>
        </p:nvSpPr>
        <p:spPr>
          <a:xfrm>
            <a:off x="520900"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SzPts val="1000"/>
              <a:buFont typeface="Inter Light"/>
              <a:buNone/>
              <a:defRPr sz="10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204" name="Google Shape;204;p21"/>
          <p:cNvSpPr txBox="1"/>
          <p:nvPr>
            <p:ph idx="5" type="title"/>
          </p:nvPr>
        </p:nvSpPr>
        <p:spPr>
          <a:xfrm>
            <a:off x="3167188"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205" name="Google Shape;205;p21"/>
          <p:cNvSpPr txBox="1"/>
          <p:nvPr>
            <p:ph idx="6" type="title"/>
          </p:nvPr>
        </p:nvSpPr>
        <p:spPr>
          <a:xfrm>
            <a:off x="3167188"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206" name="Google Shape;206;p21"/>
          <p:cNvSpPr txBox="1"/>
          <p:nvPr>
            <p:ph idx="7" type="subTitle"/>
          </p:nvPr>
        </p:nvSpPr>
        <p:spPr>
          <a:xfrm>
            <a:off x="3167188"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1pPr>
            <a:lvl2pPr lvl="1">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2pPr>
            <a:lvl3pPr lvl="2">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3pPr>
            <a:lvl4pPr lvl="3">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4pPr>
            <a:lvl5pPr lvl="4">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5pPr>
            <a:lvl6pPr lvl="5">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6pPr>
            <a:lvl7pPr lvl="6">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7pPr>
            <a:lvl8pPr lvl="7">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8pPr>
            <a:lvl9pPr lvl="8">
              <a:spcBef>
                <a:spcPts val="800"/>
              </a:spcBef>
              <a:spcAft>
                <a:spcPts val="800"/>
              </a:spcAft>
              <a:buClr>
                <a:schemeClr val="lt2"/>
              </a:buClr>
              <a:buSzPts val="800"/>
              <a:buFont typeface="Inter Light"/>
              <a:buNone/>
              <a:defRPr sz="800">
                <a:solidFill>
                  <a:schemeClr val="lt2"/>
                </a:solidFill>
                <a:latin typeface="Inter Light"/>
                <a:ea typeface="Inter Light"/>
                <a:cs typeface="Inter Light"/>
                <a:sym typeface="Inter Light"/>
              </a:defRPr>
            </a:lvl9pPr>
          </a:lstStyle>
          <a:p/>
        </p:txBody>
      </p:sp>
      <p:sp>
        <p:nvSpPr>
          <p:cNvPr id="207" name="Google Shape;207;p21"/>
          <p:cNvSpPr txBox="1"/>
          <p:nvPr>
            <p:ph idx="8" type="title"/>
          </p:nvPr>
        </p:nvSpPr>
        <p:spPr>
          <a:xfrm>
            <a:off x="3167188"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000"/>
              <a:buFont typeface="Inter Light"/>
              <a:buNone/>
              <a:defRPr sz="1000">
                <a:latin typeface="Inter Light"/>
                <a:ea typeface="Inter Light"/>
                <a:cs typeface="Inter Light"/>
                <a:sym typeface="Inter Light"/>
              </a:defRPr>
            </a:lvl1pPr>
            <a:lvl2pPr lvl="1">
              <a:spcBef>
                <a:spcPts val="0"/>
              </a:spcBef>
              <a:spcAft>
                <a:spcPts val="0"/>
              </a:spcAft>
              <a:buClr>
                <a:schemeClr val="lt1"/>
              </a:buClr>
              <a:buSzPts val="1000"/>
              <a:buFont typeface="Inter Light"/>
              <a:buNone/>
              <a:defRPr sz="1000">
                <a:latin typeface="Inter Light"/>
                <a:ea typeface="Inter Light"/>
                <a:cs typeface="Inter Light"/>
                <a:sym typeface="Inter Light"/>
              </a:defRPr>
            </a:lvl2pPr>
            <a:lvl3pPr lvl="2">
              <a:spcBef>
                <a:spcPts val="0"/>
              </a:spcBef>
              <a:spcAft>
                <a:spcPts val="0"/>
              </a:spcAft>
              <a:buClr>
                <a:schemeClr val="lt1"/>
              </a:buClr>
              <a:buSzPts val="1000"/>
              <a:buFont typeface="Inter Light"/>
              <a:buNone/>
              <a:defRPr sz="1000">
                <a:latin typeface="Inter Light"/>
                <a:ea typeface="Inter Light"/>
                <a:cs typeface="Inter Light"/>
                <a:sym typeface="Inter Light"/>
              </a:defRPr>
            </a:lvl3pPr>
            <a:lvl4pPr lvl="3">
              <a:spcBef>
                <a:spcPts val="0"/>
              </a:spcBef>
              <a:spcAft>
                <a:spcPts val="0"/>
              </a:spcAft>
              <a:buClr>
                <a:schemeClr val="lt1"/>
              </a:buClr>
              <a:buSzPts val="1000"/>
              <a:buFont typeface="Inter Light"/>
              <a:buNone/>
              <a:defRPr sz="1000">
                <a:latin typeface="Inter Light"/>
                <a:ea typeface="Inter Light"/>
                <a:cs typeface="Inter Light"/>
                <a:sym typeface="Inter Light"/>
              </a:defRPr>
            </a:lvl4pPr>
            <a:lvl5pPr lvl="4">
              <a:spcBef>
                <a:spcPts val="0"/>
              </a:spcBef>
              <a:spcAft>
                <a:spcPts val="0"/>
              </a:spcAft>
              <a:buClr>
                <a:schemeClr val="lt1"/>
              </a:buClr>
              <a:buSzPts val="1000"/>
              <a:buFont typeface="Inter Light"/>
              <a:buNone/>
              <a:defRPr sz="1000">
                <a:latin typeface="Inter Light"/>
                <a:ea typeface="Inter Light"/>
                <a:cs typeface="Inter Light"/>
                <a:sym typeface="Inter Light"/>
              </a:defRPr>
            </a:lvl5pPr>
            <a:lvl6pPr lvl="5">
              <a:spcBef>
                <a:spcPts val="0"/>
              </a:spcBef>
              <a:spcAft>
                <a:spcPts val="0"/>
              </a:spcAft>
              <a:buClr>
                <a:schemeClr val="lt1"/>
              </a:buClr>
              <a:buSzPts val="1000"/>
              <a:buFont typeface="Inter Light"/>
              <a:buNone/>
              <a:defRPr sz="1000">
                <a:latin typeface="Inter Light"/>
                <a:ea typeface="Inter Light"/>
                <a:cs typeface="Inter Light"/>
                <a:sym typeface="Inter Light"/>
              </a:defRPr>
            </a:lvl6pPr>
            <a:lvl7pPr lvl="6">
              <a:spcBef>
                <a:spcPts val="0"/>
              </a:spcBef>
              <a:spcAft>
                <a:spcPts val="0"/>
              </a:spcAft>
              <a:buClr>
                <a:schemeClr val="lt1"/>
              </a:buClr>
              <a:buSzPts val="1000"/>
              <a:buFont typeface="Inter Light"/>
              <a:buNone/>
              <a:defRPr sz="1000">
                <a:latin typeface="Inter Light"/>
                <a:ea typeface="Inter Light"/>
                <a:cs typeface="Inter Light"/>
                <a:sym typeface="Inter Light"/>
              </a:defRPr>
            </a:lvl7pPr>
            <a:lvl8pPr lvl="7">
              <a:spcBef>
                <a:spcPts val="0"/>
              </a:spcBef>
              <a:spcAft>
                <a:spcPts val="0"/>
              </a:spcAft>
              <a:buClr>
                <a:schemeClr val="lt1"/>
              </a:buClr>
              <a:buSzPts val="1000"/>
              <a:buFont typeface="Inter Light"/>
              <a:buNone/>
              <a:defRPr sz="1000">
                <a:latin typeface="Inter Light"/>
                <a:ea typeface="Inter Light"/>
                <a:cs typeface="Inter Light"/>
                <a:sym typeface="Inter Light"/>
              </a:defRPr>
            </a:lvl8pPr>
            <a:lvl9pPr lvl="8">
              <a:spcBef>
                <a:spcPts val="0"/>
              </a:spcBef>
              <a:spcAft>
                <a:spcPts val="0"/>
              </a:spcAft>
              <a:buClr>
                <a:schemeClr val="lt1"/>
              </a:buClr>
              <a:buSzPts val="1000"/>
              <a:buFont typeface="Inter Light"/>
              <a:buNone/>
              <a:defRPr sz="1000">
                <a:latin typeface="Inter Light"/>
                <a:ea typeface="Inter Light"/>
                <a:cs typeface="Inter Light"/>
                <a:sym typeface="Inter Light"/>
              </a:defRPr>
            </a:lvl9pPr>
          </a:lstStyle>
          <a:p/>
        </p:txBody>
      </p:sp>
      <p:sp>
        <p:nvSpPr>
          <p:cNvPr id="208" name="Google Shape;208;p21"/>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09" name="Google Shape;209;p21"/>
          <p:cNvSpPr txBox="1"/>
          <p:nvPr>
            <p:ph idx="13"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210" name="Google Shape;210;p21"/>
          <p:cNvSpPr txBox="1"/>
          <p:nvPr>
            <p:ph idx="14"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211" name="Google Shape;211;p2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212" name="Google Shape;212;p2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213" name="Google Shape;213;p2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14" name="Google Shape;214;p2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15" name="Google Shape;215;p21"/>
          <p:cNvSpPr txBox="1"/>
          <p:nvPr>
            <p:ph idx="1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16" name="Google Shape;216;p21"/>
          <p:cNvSpPr txBox="1"/>
          <p:nvPr>
            <p:ph idx="1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217" name="Google Shape;217;p21"/>
          <p:cNvCxnSpPr/>
          <p:nvPr/>
        </p:nvCxnSpPr>
        <p:spPr>
          <a:xfrm>
            <a:off x="8622700" y="334925"/>
            <a:ext cx="0" cy="4814100"/>
          </a:xfrm>
          <a:prstGeom prst="straightConnector1">
            <a:avLst/>
          </a:prstGeom>
          <a:noFill/>
          <a:ln cap="flat" cmpd="sng" w="9525">
            <a:solidFill>
              <a:schemeClr val="lt1"/>
            </a:solidFill>
            <a:prstDash val="solid"/>
            <a:round/>
            <a:headEnd len="sm" w="sm" type="none"/>
            <a:tailEnd len="sm" w="sm" type="none"/>
          </a:ln>
        </p:spPr>
      </p:cxnSp>
      <p:sp>
        <p:nvSpPr>
          <p:cNvPr id="218" name="Google Shape;218;p21"/>
          <p:cNvSpPr txBox="1"/>
          <p:nvPr>
            <p:ph idx="17" type="title"/>
          </p:nvPr>
        </p:nvSpPr>
        <p:spPr>
          <a:xfrm>
            <a:off x="520900" y="3466625"/>
            <a:ext cx="1848600" cy="279000"/>
          </a:xfrm>
          <a:prstGeom prst="rect">
            <a:avLst/>
          </a:prstGeom>
        </p:spPr>
        <p:txBody>
          <a:bodyPr anchorCtr="0" anchor="ctr" bIns="0" lIns="182875" spcFirstLastPara="1" rIns="182875"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219" name="Google Shape;219;p21"/>
          <p:cNvSpPr txBox="1"/>
          <p:nvPr>
            <p:ph idx="18" type="subTitle"/>
          </p:nvPr>
        </p:nvSpPr>
        <p:spPr>
          <a:xfrm>
            <a:off x="524135"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220" name="Google Shape;220;p21"/>
          <p:cNvSpPr txBox="1"/>
          <p:nvPr>
            <p:ph idx="19" type="title"/>
          </p:nvPr>
        </p:nvSpPr>
        <p:spPr>
          <a:xfrm>
            <a:off x="520900"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221" name="Google Shape;221;p21"/>
          <p:cNvSpPr txBox="1"/>
          <p:nvPr>
            <p:ph idx="20" type="subTitle"/>
          </p:nvPr>
        </p:nvSpPr>
        <p:spPr>
          <a:xfrm>
            <a:off x="2374473"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222" name="Google Shape;222;p21"/>
          <p:cNvSpPr txBox="1"/>
          <p:nvPr>
            <p:ph idx="21" type="title"/>
          </p:nvPr>
        </p:nvSpPr>
        <p:spPr>
          <a:xfrm>
            <a:off x="2371238"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223" name="Google Shape;223;p21"/>
          <p:cNvSpPr txBox="1"/>
          <p:nvPr>
            <p:ph idx="22" type="subTitle"/>
          </p:nvPr>
        </p:nvSpPr>
        <p:spPr>
          <a:xfrm>
            <a:off x="4225138" y="4213928"/>
            <a:ext cx="1764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224" name="Google Shape;224;p21"/>
          <p:cNvSpPr txBox="1"/>
          <p:nvPr>
            <p:ph idx="23" type="title"/>
          </p:nvPr>
        </p:nvSpPr>
        <p:spPr>
          <a:xfrm>
            <a:off x="4222050" y="3745650"/>
            <a:ext cx="1764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225" name="Google Shape;225;p21"/>
          <p:cNvSpPr txBox="1"/>
          <p:nvPr>
            <p:ph idx="24" type="subTitle"/>
          </p:nvPr>
        </p:nvSpPr>
        <p:spPr>
          <a:xfrm>
            <a:off x="6772301" y="4214250"/>
            <a:ext cx="1848600" cy="224700"/>
          </a:xfrm>
          <a:prstGeom prst="rect">
            <a:avLst/>
          </a:prstGeom>
        </p:spPr>
        <p:txBody>
          <a:bodyPr anchorCtr="0" anchor="ctr" bIns="0" lIns="182875" spcFirstLastPara="1" rIns="91425" wrap="square" tIns="0">
            <a:normAutofit/>
          </a:bodyPr>
          <a:lstStyle>
            <a:lvl1pPr lvl="0">
              <a:spcBef>
                <a:spcPts val="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2pPr>
            <a:lvl3pPr lvl="2">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3pPr>
            <a:lvl4pPr lvl="3">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4pPr>
            <a:lvl5pPr lvl="4">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5pPr>
            <a:lvl6pPr lvl="5">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6pPr>
            <a:lvl7pPr lvl="6">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7pPr>
            <a:lvl8pPr lvl="7">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8pPr>
            <a:lvl9pPr lvl="8">
              <a:spcBef>
                <a:spcPts val="800"/>
              </a:spcBef>
              <a:spcAft>
                <a:spcPts val="80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9pPr>
          </a:lstStyle>
          <a:p/>
        </p:txBody>
      </p:sp>
      <p:sp>
        <p:nvSpPr>
          <p:cNvPr id="226" name="Google Shape;226;p21"/>
          <p:cNvSpPr txBox="1"/>
          <p:nvPr>
            <p:ph idx="25" type="title"/>
          </p:nvPr>
        </p:nvSpPr>
        <p:spPr>
          <a:xfrm>
            <a:off x="6772300" y="3745650"/>
            <a:ext cx="1848600" cy="468600"/>
          </a:xfrm>
          <a:prstGeom prst="rect">
            <a:avLst/>
          </a:prstGeom>
        </p:spPr>
        <p:txBody>
          <a:bodyPr anchorCtr="0" anchor="ctr" bIns="0" lIns="182875" spcFirstLastPara="1" rIns="182875" wrap="square" tIns="0">
            <a:noAutofit/>
          </a:bodyPr>
          <a:lstStyle>
            <a:lvl1pPr lvl="0">
              <a:spcBef>
                <a:spcPts val="0"/>
              </a:spcBef>
              <a:spcAft>
                <a:spcPts val="0"/>
              </a:spcAft>
              <a:buClr>
                <a:schemeClr val="accent1"/>
              </a:buClr>
              <a:buSzPts val="3200"/>
              <a:buFont typeface="Gowun Batang"/>
              <a:buNone/>
              <a:defRPr b="1">
                <a:solidFill>
                  <a:schemeClr val="accent1"/>
                </a:solidFill>
              </a:defRPr>
            </a:lvl1pPr>
            <a:lvl2pPr lvl="1">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2pPr>
            <a:lvl3pPr lvl="2">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3pPr>
            <a:lvl4pPr lvl="3">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4pPr>
            <a:lvl5pPr lvl="4">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5pPr>
            <a:lvl6pPr lvl="5">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6pPr>
            <a:lvl7pPr lvl="6">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7pPr>
            <a:lvl8pPr lvl="7">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8pPr>
            <a:lvl9pPr lvl="8">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rational Performance">
  <p:cSld name="BLANK_1_5_1">
    <p:bg>
      <p:bgPr>
        <a:solidFill>
          <a:schemeClr val="lt1"/>
        </a:solidFill>
      </p:bgPr>
    </p:bg>
    <p:spTree>
      <p:nvGrpSpPr>
        <p:cNvPr id="227" name="Shape 227"/>
        <p:cNvGrpSpPr/>
        <p:nvPr/>
      </p:nvGrpSpPr>
      <p:grpSpPr>
        <a:xfrm>
          <a:off x="0" y="0"/>
          <a:ext cx="0" cy="0"/>
          <a:chOff x="0" y="0"/>
          <a:chExt cx="0" cy="0"/>
        </a:xfrm>
      </p:grpSpPr>
      <p:sp>
        <p:nvSpPr>
          <p:cNvPr id="228" name="Google Shape;228;p22"/>
          <p:cNvSpPr txBox="1"/>
          <p:nvPr>
            <p:ph type="title"/>
          </p:nvPr>
        </p:nvSpPr>
        <p:spPr>
          <a:xfrm>
            <a:off x="4675375" y="337597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229" name="Google Shape;229;p22"/>
          <p:cNvSpPr txBox="1"/>
          <p:nvPr>
            <p:ph idx="2" type="title"/>
          </p:nvPr>
        </p:nvSpPr>
        <p:spPr>
          <a:xfrm>
            <a:off x="34292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230" name="Google Shape;230;p22"/>
          <p:cNvSpPr txBox="1"/>
          <p:nvPr>
            <p:ph idx="3" type="title"/>
          </p:nvPr>
        </p:nvSpPr>
        <p:spPr>
          <a:xfrm>
            <a:off x="4675375" y="1475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1" name="Google Shape;231;p22"/>
          <p:cNvSpPr txBox="1"/>
          <p:nvPr>
            <p:ph idx="4" type="title"/>
          </p:nvPr>
        </p:nvSpPr>
        <p:spPr>
          <a:xfrm>
            <a:off x="4675375" y="2107788"/>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2" name="Google Shape;232;p22"/>
          <p:cNvSpPr txBox="1"/>
          <p:nvPr>
            <p:ph idx="5" type="title"/>
          </p:nvPr>
        </p:nvSpPr>
        <p:spPr>
          <a:xfrm>
            <a:off x="4675375" y="2740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3" name="Google Shape;233;p22"/>
          <p:cNvSpPr txBox="1"/>
          <p:nvPr>
            <p:ph idx="6" type="title"/>
          </p:nvPr>
        </p:nvSpPr>
        <p:spPr>
          <a:xfrm>
            <a:off x="4675375" y="4007325"/>
            <a:ext cx="10560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234" name="Google Shape;234;p22"/>
          <p:cNvSpPr txBox="1"/>
          <p:nvPr>
            <p:ph idx="7" type="title"/>
          </p:nvPr>
        </p:nvSpPr>
        <p:spPr>
          <a:xfrm>
            <a:off x="34292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5" name="Google Shape;235;p22"/>
          <p:cNvSpPr txBox="1"/>
          <p:nvPr>
            <p:ph idx="8" type="title"/>
          </p:nvPr>
        </p:nvSpPr>
        <p:spPr>
          <a:xfrm>
            <a:off x="34292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6" name="Google Shape;236;p22"/>
          <p:cNvSpPr txBox="1"/>
          <p:nvPr>
            <p:ph idx="9" type="title"/>
          </p:nvPr>
        </p:nvSpPr>
        <p:spPr>
          <a:xfrm>
            <a:off x="34292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7" name="Google Shape;237;p22"/>
          <p:cNvSpPr txBox="1"/>
          <p:nvPr>
            <p:ph idx="13" type="title"/>
          </p:nvPr>
        </p:nvSpPr>
        <p:spPr>
          <a:xfrm>
            <a:off x="34292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238" name="Google Shape;238;p22"/>
          <p:cNvSpPr txBox="1"/>
          <p:nvPr>
            <p:ph idx="14" type="title"/>
          </p:nvPr>
        </p:nvSpPr>
        <p:spPr>
          <a:xfrm>
            <a:off x="21841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39" name="Google Shape;239;p22"/>
          <p:cNvSpPr txBox="1"/>
          <p:nvPr>
            <p:ph idx="15" type="title"/>
          </p:nvPr>
        </p:nvSpPr>
        <p:spPr>
          <a:xfrm>
            <a:off x="21841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40" name="Google Shape;240;p22"/>
          <p:cNvSpPr txBox="1"/>
          <p:nvPr>
            <p:ph idx="16" type="title"/>
          </p:nvPr>
        </p:nvSpPr>
        <p:spPr>
          <a:xfrm>
            <a:off x="21841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41" name="Google Shape;241;p22"/>
          <p:cNvSpPr txBox="1"/>
          <p:nvPr>
            <p:ph idx="17" type="title"/>
          </p:nvPr>
        </p:nvSpPr>
        <p:spPr>
          <a:xfrm>
            <a:off x="21841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sz="1000">
                <a:latin typeface="Inter"/>
                <a:ea typeface="Inter"/>
                <a:cs typeface="Inter"/>
                <a:sym typeface="Inter"/>
              </a:defRPr>
            </a:lvl1pPr>
            <a:lvl2pPr lvl="1">
              <a:spcBef>
                <a:spcPts val="0"/>
              </a:spcBef>
              <a:spcAft>
                <a:spcPts val="0"/>
              </a:spcAft>
              <a:buClr>
                <a:schemeClr val="lt1"/>
              </a:buClr>
              <a:buSzPts val="1000"/>
              <a:buFont typeface="Inter"/>
              <a:buChar char="○"/>
              <a:defRPr sz="1000">
                <a:latin typeface="Inter"/>
                <a:ea typeface="Inter"/>
                <a:cs typeface="Inter"/>
                <a:sym typeface="Inter"/>
              </a:defRPr>
            </a:lvl2pPr>
            <a:lvl3pPr lvl="2">
              <a:spcBef>
                <a:spcPts val="0"/>
              </a:spcBef>
              <a:spcAft>
                <a:spcPts val="0"/>
              </a:spcAft>
              <a:buClr>
                <a:schemeClr val="lt1"/>
              </a:buClr>
              <a:buSzPts val="1000"/>
              <a:buFont typeface="Inter"/>
              <a:buChar char="■"/>
              <a:defRPr sz="1000">
                <a:latin typeface="Inter"/>
                <a:ea typeface="Inter"/>
                <a:cs typeface="Inter"/>
                <a:sym typeface="Inter"/>
              </a:defRPr>
            </a:lvl3pPr>
            <a:lvl4pPr lvl="3">
              <a:spcBef>
                <a:spcPts val="0"/>
              </a:spcBef>
              <a:spcAft>
                <a:spcPts val="0"/>
              </a:spcAft>
              <a:buClr>
                <a:schemeClr val="lt1"/>
              </a:buClr>
              <a:buSzPts val="1000"/>
              <a:buFont typeface="Inter"/>
              <a:buChar char="●"/>
              <a:defRPr sz="1000">
                <a:latin typeface="Inter"/>
                <a:ea typeface="Inter"/>
                <a:cs typeface="Inter"/>
                <a:sym typeface="Inter"/>
              </a:defRPr>
            </a:lvl4pPr>
            <a:lvl5pPr lvl="4">
              <a:spcBef>
                <a:spcPts val="0"/>
              </a:spcBef>
              <a:spcAft>
                <a:spcPts val="0"/>
              </a:spcAft>
              <a:buClr>
                <a:schemeClr val="lt1"/>
              </a:buClr>
              <a:buSzPts val="1000"/>
              <a:buFont typeface="Inter"/>
              <a:buChar char="○"/>
              <a:defRPr sz="1000">
                <a:latin typeface="Inter"/>
                <a:ea typeface="Inter"/>
                <a:cs typeface="Inter"/>
                <a:sym typeface="Inter"/>
              </a:defRPr>
            </a:lvl5pPr>
            <a:lvl6pPr lvl="5">
              <a:spcBef>
                <a:spcPts val="0"/>
              </a:spcBef>
              <a:spcAft>
                <a:spcPts val="0"/>
              </a:spcAft>
              <a:buClr>
                <a:schemeClr val="lt1"/>
              </a:buClr>
              <a:buSzPts val="1000"/>
              <a:buFont typeface="Inter"/>
              <a:buChar char="■"/>
              <a:defRPr sz="1000">
                <a:latin typeface="Inter"/>
                <a:ea typeface="Inter"/>
                <a:cs typeface="Inter"/>
                <a:sym typeface="Inter"/>
              </a:defRPr>
            </a:lvl6pPr>
            <a:lvl7pPr lvl="6">
              <a:spcBef>
                <a:spcPts val="0"/>
              </a:spcBef>
              <a:spcAft>
                <a:spcPts val="0"/>
              </a:spcAft>
              <a:buClr>
                <a:schemeClr val="lt1"/>
              </a:buClr>
              <a:buSzPts val="1000"/>
              <a:buFont typeface="Inter"/>
              <a:buChar char="●"/>
              <a:defRPr sz="1000">
                <a:latin typeface="Inter"/>
                <a:ea typeface="Inter"/>
                <a:cs typeface="Inter"/>
                <a:sym typeface="Inter"/>
              </a:defRPr>
            </a:lvl7pPr>
            <a:lvl8pPr lvl="7">
              <a:spcBef>
                <a:spcPts val="0"/>
              </a:spcBef>
              <a:spcAft>
                <a:spcPts val="0"/>
              </a:spcAft>
              <a:buClr>
                <a:schemeClr val="lt1"/>
              </a:buClr>
              <a:buSzPts val="1000"/>
              <a:buFont typeface="Inter"/>
              <a:buChar char="○"/>
              <a:defRPr sz="1000">
                <a:latin typeface="Inter"/>
                <a:ea typeface="Inter"/>
                <a:cs typeface="Inter"/>
                <a:sym typeface="Inter"/>
              </a:defRPr>
            </a:lvl8pPr>
            <a:lvl9pPr lvl="8">
              <a:spcBef>
                <a:spcPts val="0"/>
              </a:spcBef>
              <a:spcAft>
                <a:spcPts val="0"/>
              </a:spcAft>
              <a:buClr>
                <a:schemeClr val="lt1"/>
              </a:buClr>
              <a:buSzPts val="1000"/>
              <a:buFont typeface="Inter"/>
              <a:buChar char="■"/>
              <a:defRPr sz="1000">
                <a:latin typeface="Inter"/>
                <a:ea typeface="Inter"/>
                <a:cs typeface="Inter"/>
                <a:sym typeface="Inter"/>
              </a:defRPr>
            </a:lvl9pPr>
          </a:lstStyle>
          <a:p/>
        </p:txBody>
      </p:sp>
      <p:sp>
        <p:nvSpPr>
          <p:cNvPr id="242" name="Google Shape;242;p22"/>
          <p:cNvSpPr txBox="1"/>
          <p:nvPr>
            <p:ph idx="18" type="title"/>
          </p:nvPr>
        </p:nvSpPr>
        <p:spPr>
          <a:xfrm>
            <a:off x="21841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243" name="Google Shape;243;p22"/>
          <p:cNvSpPr txBox="1"/>
          <p:nvPr>
            <p:ph idx="19" type="title"/>
          </p:nvPr>
        </p:nvSpPr>
        <p:spPr>
          <a:xfrm>
            <a:off x="522075" y="33755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44" name="Google Shape;244;p22"/>
          <p:cNvSpPr txBox="1"/>
          <p:nvPr>
            <p:ph idx="20" type="title"/>
          </p:nvPr>
        </p:nvSpPr>
        <p:spPr>
          <a:xfrm>
            <a:off x="21831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5" name="Google Shape;245;p22"/>
          <p:cNvSpPr txBox="1"/>
          <p:nvPr>
            <p:ph idx="21" type="title"/>
          </p:nvPr>
        </p:nvSpPr>
        <p:spPr>
          <a:xfrm>
            <a:off x="34292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6" name="Google Shape;246;p22"/>
          <p:cNvSpPr txBox="1"/>
          <p:nvPr>
            <p:ph idx="22" type="title"/>
          </p:nvPr>
        </p:nvSpPr>
        <p:spPr>
          <a:xfrm>
            <a:off x="522075" y="1474600"/>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7" name="Google Shape;247;p22"/>
          <p:cNvSpPr txBox="1"/>
          <p:nvPr>
            <p:ph idx="23" type="title"/>
          </p:nvPr>
        </p:nvSpPr>
        <p:spPr>
          <a:xfrm>
            <a:off x="522075" y="210856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8" name="Google Shape;248;p22"/>
          <p:cNvSpPr txBox="1"/>
          <p:nvPr>
            <p:ph idx="24" type="title"/>
          </p:nvPr>
        </p:nvSpPr>
        <p:spPr>
          <a:xfrm>
            <a:off x="522075" y="27404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49" name="Google Shape;249;p22"/>
          <p:cNvSpPr txBox="1"/>
          <p:nvPr>
            <p:ph idx="25" type="title"/>
          </p:nvPr>
        </p:nvSpPr>
        <p:spPr>
          <a:xfrm>
            <a:off x="522075" y="4005674"/>
            <a:ext cx="1661100" cy="6093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50" name="Google Shape;250;p22"/>
          <p:cNvSpPr txBox="1"/>
          <p:nvPr>
            <p:ph idx="26" type="title"/>
          </p:nvPr>
        </p:nvSpPr>
        <p:spPr>
          <a:xfrm>
            <a:off x="5731300" y="147500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1" name="Google Shape;251;p22"/>
          <p:cNvSpPr txBox="1"/>
          <p:nvPr>
            <p:ph idx="27" type="title"/>
          </p:nvPr>
        </p:nvSpPr>
        <p:spPr>
          <a:xfrm>
            <a:off x="5731300" y="2107788"/>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2" name="Google Shape;252;p22"/>
          <p:cNvSpPr txBox="1"/>
          <p:nvPr>
            <p:ph idx="28" type="title"/>
          </p:nvPr>
        </p:nvSpPr>
        <p:spPr>
          <a:xfrm>
            <a:off x="5731300" y="274115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3" name="Google Shape;253;p22"/>
          <p:cNvSpPr txBox="1"/>
          <p:nvPr>
            <p:ph idx="29" type="title"/>
          </p:nvPr>
        </p:nvSpPr>
        <p:spPr>
          <a:xfrm>
            <a:off x="5731300" y="4011450"/>
            <a:ext cx="2891400" cy="603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54" name="Google Shape;254;p2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55" name="Google Shape;255;p22"/>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56" name="Google Shape;256;p22"/>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257" name="Google Shape;257;p22"/>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58" name="Google Shape;258;p22"/>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59" name="Google Shape;259;p22"/>
          <p:cNvSpPr txBox="1"/>
          <p:nvPr>
            <p:ph idx="32" type="title"/>
          </p:nvPr>
        </p:nvSpPr>
        <p:spPr>
          <a:xfrm>
            <a:off x="5731300" y="3374175"/>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0" name="Google Shape;260;p22"/>
          <p:cNvSpPr txBox="1"/>
          <p:nvPr>
            <p:ph idx="33"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1">
  <p:cSld name="BLANK_1_1_1_1_1_1_1_1_1_1">
    <p:bg>
      <p:bgPr>
        <a:solidFill>
          <a:schemeClr val="lt2"/>
        </a:solidFill>
      </p:bgPr>
    </p:bg>
    <p:spTree>
      <p:nvGrpSpPr>
        <p:cNvPr id="261" name="Shape 261"/>
        <p:cNvGrpSpPr/>
        <p:nvPr/>
      </p:nvGrpSpPr>
      <p:grpSpPr>
        <a:xfrm>
          <a:off x="0" y="0"/>
          <a:ext cx="0" cy="0"/>
          <a:chOff x="0" y="0"/>
          <a:chExt cx="0" cy="0"/>
        </a:xfrm>
      </p:grpSpPr>
      <p:sp>
        <p:nvSpPr>
          <p:cNvPr id="262" name="Google Shape;262;p23"/>
          <p:cNvSpPr txBox="1"/>
          <p:nvPr>
            <p:ph type="title"/>
          </p:nvPr>
        </p:nvSpPr>
        <p:spPr>
          <a:xfrm>
            <a:off x="521250" y="841675"/>
            <a:ext cx="1923300" cy="3842100"/>
          </a:xfrm>
          <a:prstGeom prst="rect">
            <a:avLst/>
          </a:prstGeom>
        </p:spPr>
        <p:txBody>
          <a:bodyPr anchorCtr="0" anchor="t" bIns="91425" lIns="274300" spcFirstLastPara="1" rIns="182875" wrap="square" tIns="18287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3" name="Google Shape;263;p23"/>
          <p:cNvSpPr txBox="1"/>
          <p:nvPr>
            <p:ph idx="2" type="title"/>
          </p:nvPr>
        </p:nvSpPr>
        <p:spPr>
          <a:xfrm>
            <a:off x="24451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4" name="Google Shape;264;p23"/>
          <p:cNvSpPr txBox="1"/>
          <p:nvPr>
            <p:ph idx="3" type="title"/>
          </p:nvPr>
        </p:nvSpPr>
        <p:spPr>
          <a:xfrm>
            <a:off x="467860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5" name="Google Shape;265;p23"/>
          <p:cNvSpPr txBox="1"/>
          <p:nvPr>
            <p:ph idx="4" type="title"/>
          </p:nvPr>
        </p:nvSpPr>
        <p:spPr>
          <a:xfrm>
            <a:off x="69120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66" name="Google Shape;266;p23"/>
          <p:cNvSpPr txBox="1"/>
          <p:nvPr>
            <p:ph idx="1" type="body"/>
          </p:nvPr>
        </p:nvSpPr>
        <p:spPr>
          <a:xfrm>
            <a:off x="244490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67" name="Google Shape;267;p23"/>
          <p:cNvSpPr txBox="1"/>
          <p:nvPr>
            <p:ph idx="5" type="body"/>
          </p:nvPr>
        </p:nvSpPr>
        <p:spPr>
          <a:xfrm>
            <a:off x="691325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68" name="Google Shape;268;p23"/>
          <p:cNvSpPr txBox="1"/>
          <p:nvPr>
            <p:ph idx="6" type="title"/>
          </p:nvPr>
        </p:nvSpPr>
        <p:spPr>
          <a:xfrm>
            <a:off x="75834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69" name="Google Shape;269;p23"/>
          <p:cNvSpPr txBox="1"/>
          <p:nvPr>
            <p:ph idx="7" type="subTitle"/>
          </p:nvPr>
        </p:nvSpPr>
        <p:spPr>
          <a:xfrm>
            <a:off x="69122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0" name="Google Shape;270;p23"/>
          <p:cNvSpPr txBox="1"/>
          <p:nvPr>
            <p:ph idx="8" type="subTitle"/>
          </p:nvPr>
        </p:nvSpPr>
        <p:spPr>
          <a:xfrm>
            <a:off x="69122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1" name="Google Shape;271;p23"/>
          <p:cNvSpPr txBox="1"/>
          <p:nvPr>
            <p:ph idx="9" type="subTitle"/>
          </p:nvPr>
        </p:nvSpPr>
        <p:spPr>
          <a:xfrm>
            <a:off x="69122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2" name="Google Shape;272;p23"/>
          <p:cNvSpPr txBox="1"/>
          <p:nvPr>
            <p:ph idx="13" type="title"/>
          </p:nvPr>
        </p:nvSpPr>
        <p:spPr>
          <a:xfrm>
            <a:off x="75834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73" name="Google Shape;273;p23"/>
          <p:cNvSpPr txBox="1"/>
          <p:nvPr>
            <p:ph idx="14" type="title"/>
          </p:nvPr>
        </p:nvSpPr>
        <p:spPr>
          <a:xfrm>
            <a:off x="75834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74" name="Google Shape;274;p23"/>
          <p:cNvSpPr txBox="1"/>
          <p:nvPr>
            <p:ph idx="15" type="title"/>
          </p:nvPr>
        </p:nvSpPr>
        <p:spPr>
          <a:xfrm>
            <a:off x="85350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75" name="Google Shape;275;p23"/>
          <p:cNvSpPr txBox="1"/>
          <p:nvPr>
            <p:ph idx="16" type="title"/>
          </p:nvPr>
        </p:nvSpPr>
        <p:spPr>
          <a:xfrm>
            <a:off x="85350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76" name="Google Shape;276;p23"/>
          <p:cNvSpPr txBox="1"/>
          <p:nvPr>
            <p:ph idx="17" type="title"/>
          </p:nvPr>
        </p:nvSpPr>
        <p:spPr>
          <a:xfrm>
            <a:off x="85350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77" name="Google Shape;277;p23"/>
          <p:cNvSpPr txBox="1"/>
          <p:nvPr>
            <p:ph idx="18" type="title"/>
          </p:nvPr>
        </p:nvSpPr>
        <p:spPr>
          <a:xfrm>
            <a:off x="53499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78" name="Google Shape;278;p23"/>
          <p:cNvSpPr txBox="1"/>
          <p:nvPr>
            <p:ph idx="19" type="subTitle"/>
          </p:nvPr>
        </p:nvSpPr>
        <p:spPr>
          <a:xfrm>
            <a:off x="46787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79" name="Google Shape;279;p23"/>
          <p:cNvSpPr txBox="1"/>
          <p:nvPr>
            <p:ph idx="20" type="subTitle"/>
          </p:nvPr>
        </p:nvSpPr>
        <p:spPr>
          <a:xfrm>
            <a:off x="46787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0" name="Google Shape;280;p23"/>
          <p:cNvSpPr txBox="1"/>
          <p:nvPr>
            <p:ph idx="21" type="subTitle"/>
          </p:nvPr>
        </p:nvSpPr>
        <p:spPr>
          <a:xfrm>
            <a:off x="46787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1" name="Google Shape;281;p23"/>
          <p:cNvSpPr txBox="1"/>
          <p:nvPr>
            <p:ph idx="22" type="title"/>
          </p:nvPr>
        </p:nvSpPr>
        <p:spPr>
          <a:xfrm>
            <a:off x="53499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82" name="Google Shape;282;p23"/>
          <p:cNvSpPr txBox="1"/>
          <p:nvPr>
            <p:ph idx="23" type="title"/>
          </p:nvPr>
        </p:nvSpPr>
        <p:spPr>
          <a:xfrm>
            <a:off x="53499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83" name="Google Shape;283;p23"/>
          <p:cNvSpPr txBox="1"/>
          <p:nvPr>
            <p:ph idx="24" type="title"/>
          </p:nvPr>
        </p:nvSpPr>
        <p:spPr>
          <a:xfrm>
            <a:off x="3112275"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84" name="Google Shape;284;p23"/>
          <p:cNvSpPr txBox="1"/>
          <p:nvPr>
            <p:ph idx="25" type="subTitle"/>
          </p:nvPr>
        </p:nvSpPr>
        <p:spPr>
          <a:xfrm>
            <a:off x="2441100"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5" name="Google Shape;285;p23"/>
          <p:cNvSpPr txBox="1"/>
          <p:nvPr>
            <p:ph idx="26" type="subTitle"/>
          </p:nvPr>
        </p:nvSpPr>
        <p:spPr>
          <a:xfrm>
            <a:off x="2441100"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6" name="Google Shape;286;p23"/>
          <p:cNvSpPr txBox="1"/>
          <p:nvPr>
            <p:ph idx="27" type="subTitle"/>
          </p:nvPr>
        </p:nvSpPr>
        <p:spPr>
          <a:xfrm>
            <a:off x="2441100"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87" name="Google Shape;287;p23"/>
          <p:cNvSpPr txBox="1"/>
          <p:nvPr>
            <p:ph idx="28" type="title"/>
          </p:nvPr>
        </p:nvSpPr>
        <p:spPr>
          <a:xfrm>
            <a:off x="3112275"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88" name="Google Shape;288;p23"/>
          <p:cNvSpPr txBox="1"/>
          <p:nvPr/>
        </p:nvSpPr>
        <p:spPr>
          <a:xfrm>
            <a:off x="5762125" y="3346325"/>
            <a:ext cx="611100" cy="335100"/>
          </a:xfrm>
          <a:prstGeom prst="rect">
            <a:avLst/>
          </a:prstGeom>
          <a:noFill/>
          <a:ln>
            <a:noFill/>
          </a:ln>
        </p:spPr>
        <p:txBody>
          <a:bodyPr anchorCtr="0" anchor="ctr" bIns="91425" lIns="91425" spcFirstLastPara="1" rIns="18287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en" sz="1000">
                <a:solidFill>
                  <a:schemeClr val="lt2"/>
                </a:solidFill>
                <a:latin typeface="Inter Medium"/>
                <a:ea typeface="Inter Medium"/>
                <a:cs typeface="Inter Medium"/>
                <a:sym typeface="Inter Medium"/>
              </a:rPr>
              <a:t>00%</a:t>
            </a:r>
            <a:endParaRPr sz="1000">
              <a:solidFill>
                <a:schemeClr val="lt2"/>
              </a:solidFill>
              <a:latin typeface="Inter Medium"/>
              <a:ea typeface="Inter Medium"/>
              <a:cs typeface="Inter Medium"/>
              <a:sym typeface="Inter Medium"/>
            </a:endParaRPr>
          </a:p>
        </p:txBody>
      </p:sp>
      <p:sp>
        <p:nvSpPr>
          <p:cNvPr id="289" name="Google Shape;289;p23"/>
          <p:cNvSpPr txBox="1"/>
          <p:nvPr>
            <p:ph idx="2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90" name="Google Shape;290;p23"/>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91" name="Google Shape;291;p23"/>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292" name="Google Shape;292;p2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93" name="Google Shape;293;p2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94" name="Google Shape;294;p23"/>
          <p:cNvSpPr txBox="1"/>
          <p:nvPr>
            <p:ph idx="32"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295" name="Google Shape;295;p23"/>
          <p:cNvSpPr txBox="1"/>
          <p:nvPr>
            <p:ph idx="33" type="title"/>
          </p:nvPr>
        </p:nvSpPr>
        <p:spPr>
          <a:xfrm>
            <a:off x="3112275"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96" name="Google Shape;296;p23"/>
          <p:cNvSpPr txBox="1"/>
          <p:nvPr>
            <p:ph idx="34" type="title"/>
          </p:nvPr>
        </p:nvSpPr>
        <p:spPr>
          <a:xfrm>
            <a:off x="4067600"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97" name="Google Shape;297;p23"/>
          <p:cNvSpPr txBox="1"/>
          <p:nvPr>
            <p:ph idx="35" type="title"/>
          </p:nvPr>
        </p:nvSpPr>
        <p:spPr>
          <a:xfrm>
            <a:off x="4067600"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98" name="Google Shape;298;p23"/>
          <p:cNvSpPr txBox="1"/>
          <p:nvPr>
            <p:ph idx="36" type="title"/>
          </p:nvPr>
        </p:nvSpPr>
        <p:spPr>
          <a:xfrm>
            <a:off x="4067600"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99" name="Google Shape;299;p23"/>
          <p:cNvSpPr txBox="1"/>
          <p:nvPr>
            <p:ph idx="37" type="title"/>
          </p:nvPr>
        </p:nvSpPr>
        <p:spPr>
          <a:xfrm>
            <a:off x="63015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300" name="Google Shape;300;p23"/>
          <p:cNvSpPr txBox="1"/>
          <p:nvPr>
            <p:ph idx="38" type="title"/>
          </p:nvPr>
        </p:nvSpPr>
        <p:spPr>
          <a:xfrm>
            <a:off x="63015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301" name="Google Shape;301;p23"/>
          <p:cNvSpPr txBox="1"/>
          <p:nvPr>
            <p:ph idx="39" type="title"/>
          </p:nvPr>
        </p:nvSpPr>
        <p:spPr>
          <a:xfrm>
            <a:off x="63015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tatus">
  <p:cSld name="BLANK_1_1_1_1_1_1_1_2_2">
    <p:bg>
      <p:bgPr>
        <a:solidFill>
          <a:schemeClr val="dk2"/>
        </a:solidFill>
      </p:bgPr>
    </p:bg>
    <p:spTree>
      <p:nvGrpSpPr>
        <p:cNvPr id="302" name="Shape 302"/>
        <p:cNvGrpSpPr/>
        <p:nvPr/>
      </p:nvGrpSpPr>
      <p:grpSpPr>
        <a:xfrm>
          <a:off x="0" y="0"/>
          <a:ext cx="0" cy="0"/>
          <a:chOff x="0" y="0"/>
          <a:chExt cx="0" cy="0"/>
        </a:xfrm>
      </p:grpSpPr>
      <p:sp>
        <p:nvSpPr>
          <p:cNvPr id="303" name="Google Shape;303;p2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04" name="Google Shape;304;p24"/>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305" name="Google Shape;305;p24"/>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06" name="Google Shape;306;p24"/>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307" name="Google Shape;307;p24"/>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08" name="Google Shape;308;p2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09" name="Google Shape;309;p24"/>
          <p:cNvSpPr txBox="1"/>
          <p:nvPr>
            <p:ph idx="4" type="subTitle"/>
          </p:nvPr>
        </p:nvSpPr>
        <p:spPr>
          <a:xfrm>
            <a:off x="13035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10" name="Google Shape;310;p24"/>
          <p:cNvSpPr txBox="1"/>
          <p:nvPr>
            <p:ph idx="5" type="subTitle"/>
          </p:nvPr>
        </p:nvSpPr>
        <p:spPr>
          <a:xfrm>
            <a:off x="52234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11" name="Google Shape;311;p24"/>
          <p:cNvSpPr txBox="1"/>
          <p:nvPr>
            <p:ph idx="6" type="subTitle"/>
          </p:nvPr>
        </p:nvSpPr>
        <p:spPr>
          <a:xfrm>
            <a:off x="1285875" y="335560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2" name="Google Shape;312;p24"/>
          <p:cNvSpPr txBox="1"/>
          <p:nvPr>
            <p:ph idx="7"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313" name="Google Shape;313;p24"/>
          <p:cNvSpPr txBox="1"/>
          <p:nvPr>
            <p:ph idx="8" type="subTitle"/>
          </p:nvPr>
        </p:nvSpPr>
        <p:spPr>
          <a:xfrm>
            <a:off x="1285875" y="369023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4" name="Google Shape;314;p24"/>
          <p:cNvSpPr txBox="1"/>
          <p:nvPr>
            <p:ph idx="9" type="subTitle"/>
          </p:nvPr>
        </p:nvSpPr>
        <p:spPr>
          <a:xfrm>
            <a:off x="1285875" y="402938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5" name="Google Shape;315;p24"/>
          <p:cNvSpPr txBox="1"/>
          <p:nvPr>
            <p:ph idx="13" type="subTitle"/>
          </p:nvPr>
        </p:nvSpPr>
        <p:spPr>
          <a:xfrm>
            <a:off x="1285875" y="436855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16" name="Google Shape;316;p24"/>
          <p:cNvSpPr txBox="1"/>
          <p:nvPr>
            <p:ph idx="14" type="subTitle"/>
          </p:nvPr>
        </p:nvSpPr>
        <p:spPr>
          <a:xfrm>
            <a:off x="341575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17" name="Google Shape;317;p24"/>
          <p:cNvSpPr txBox="1"/>
          <p:nvPr>
            <p:ph idx="15" type="subTitle"/>
          </p:nvPr>
        </p:nvSpPr>
        <p:spPr>
          <a:xfrm>
            <a:off x="341575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18" name="Google Shape;318;p24"/>
          <p:cNvSpPr txBox="1"/>
          <p:nvPr>
            <p:ph idx="16" type="subTitle"/>
          </p:nvPr>
        </p:nvSpPr>
        <p:spPr>
          <a:xfrm>
            <a:off x="341575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19" name="Google Shape;319;p24"/>
          <p:cNvSpPr txBox="1"/>
          <p:nvPr>
            <p:ph idx="17" type="subTitle"/>
          </p:nvPr>
        </p:nvSpPr>
        <p:spPr>
          <a:xfrm>
            <a:off x="341575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0" name="Google Shape;320;p24"/>
          <p:cNvSpPr txBox="1"/>
          <p:nvPr>
            <p:ph idx="18" type="subTitle"/>
          </p:nvPr>
        </p:nvSpPr>
        <p:spPr>
          <a:xfrm>
            <a:off x="738300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1" name="Google Shape;321;p24"/>
          <p:cNvSpPr txBox="1"/>
          <p:nvPr>
            <p:ph idx="19" type="subTitle"/>
          </p:nvPr>
        </p:nvSpPr>
        <p:spPr>
          <a:xfrm>
            <a:off x="738300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2" name="Google Shape;322;p24"/>
          <p:cNvSpPr txBox="1"/>
          <p:nvPr>
            <p:ph idx="20" type="subTitle"/>
          </p:nvPr>
        </p:nvSpPr>
        <p:spPr>
          <a:xfrm>
            <a:off x="738300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3" name="Google Shape;323;p24"/>
          <p:cNvSpPr txBox="1"/>
          <p:nvPr>
            <p:ph idx="21" type="subTitle"/>
          </p:nvPr>
        </p:nvSpPr>
        <p:spPr>
          <a:xfrm>
            <a:off x="738300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324" name="Google Shape;324;p24"/>
          <p:cNvSpPr txBox="1"/>
          <p:nvPr>
            <p:ph idx="22" type="subTitle"/>
          </p:nvPr>
        </p:nvSpPr>
        <p:spPr>
          <a:xfrm>
            <a:off x="5223450" y="335357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5" name="Google Shape;325;p24"/>
          <p:cNvSpPr txBox="1"/>
          <p:nvPr>
            <p:ph idx="23" type="subTitle"/>
          </p:nvPr>
        </p:nvSpPr>
        <p:spPr>
          <a:xfrm>
            <a:off x="5223450" y="368821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6" name="Google Shape;326;p24"/>
          <p:cNvSpPr txBox="1"/>
          <p:nvPr>
            <p:ph idx="24" type="subTitle"/>
          </p:nvPr>
        </p:nvSpPr>
        <p:spPr>
          <a:xfrm>
            <a:off x="5223450" y="402736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7" name="Google Shape;327;p24"/>
          <p:cNvSpPr txBox="1"/>
          <p:nvPr>
            <p:ph idx="25" type="subTitle"/>
          </p:nvPr>
        </p:nvSpPr>
        <p:spPr>
          <a:xfrm>
            <a:off x="5223450" y="436652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328" name="Google Shape;328;p24"/>
          <p:cNvSpPr txBox="1"/>
          <p:nvPr>
            <p:ph idx="26" type="body"/>
          </p:nvPr>
        </p:nvSpPr>
        <p:spPr>
          <a:xfrm>
            <a:off x="1285875"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
        <p:nvSpPr>
          <p:cNvPr id="329" name="Google Shape;329;p24"/>
          <p:cNvSpPr txBox="1"/>
          <p:nvPr>
            <p:ph idx="27" type="body"/>
          </p:nvPr>
        </p:nvSpPr>
        <p:spPr>
          <a:xfrm>
            <a:off x="5223450"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Tree>
  </p:cSld>
  <p:clrMapOvr>
    <a:masterClrMapping/>
  </p:clrMapOvr>
  <p:extLst>
    <p:ext uri="{DCECCB84-F9BA-43D5-87BE-67443E8EF086}">
      <p15:sldGuideLst>
        <p15:guide id="1" pos="821">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deadline">
  <p:cSld name="BLANK_1_1_1_1_1_1_1_2">
    <p:bg>
      <p:bgPr>
        <a:solidFill>
          <a:schemeClr val="lt2"/>
        </a:solidFill>
      </p:bgPr>
    </p:bg>
    <p:spTree>
      <p:nvGrpSpPr>
        <p:cNvPr id="330" name="Shape 330"/>
        <p:cNvGrpSpPr/>
        <p:nvPr/>
      </p:nvGrpSpPr>
      <p:grpSpPr>
        <a:xfrm>
          <a:off x="0" y="0"/>
          <a:ext cx="0" cy="0"/>
          <a:chOff x="0" y="0"/>
          <a:chExt cx="0" cy="0"/>
        </a:xfrm>
      </p:grpSpPr>
      <p:sp>
        <p:nvSpPr>
          <p:cNvPr id="331" name="Google Shape;331;p25"/>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32" name="Google Shape;332;p25"/>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cxnSp>
        <p:nvCxnSpPr>
          <p:cNvPr id="333" name="Google Shape;333;p2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34" name="Google Shape;334;p2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35" name="Google Shape;335;p25"/>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36" name="Google Shape;336;p2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337" name="Google Shape;337;p25"/>
          <p:cNvSpPr txBox="1"/>
          <p:nvPr>
            <p:ph idx="4" type="body"/>
          </p:nvPr>
        </p:nvSpPr>
        <p:spPr>
          <a:xfrm>
            <a:off x="1285875" y="1558900"/>
            <a:ext cx="2803800" cy="2499000"/>
          </a:xfrm>
          <a:prstGeom prst="rect">
            <a:avLst/>
          </a:prstGeom>
        </p:spPr>
        <p:txBody>
          <a:bodyPr anchorCtr="0" anchor="t" bIns="91425"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338" name="Google Shape;338;p25"/>
          <p:cNvSpPr txBox="1"/>
          <p:nvPr>
            <p:ph idx="5" type="subTitle"/>
          </p:nvPr>
        </p:nvSpPr>
        <p:spPr>
          <a:xfrm>
            <a:off x="5196350" y="1462025"/>
            <a:ext cx="2307600" cy="202500"/>
          </a:xfrm>
          <a:prstGeom prst="rect">
            <a:avLst/>
          </a:prstGeom>
        </p:spPr>
        <p:txBody>
          <a:bodyPr anchorCtr="0" anchor="t" bIns="0" lIns="0" spcFirstLastPara="1" rIns="0" wrap="square" tIns="0">
            <a:sp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1200"/>
              <a:buNone/>
              <a:defRPr>
                <a:solidFill>
                  <a:schemeClr val="accent1"/>
                </a:solidFill>
              </a:defRPr>
            </a:lvl2pPr>
            <a:lvl3pPr lvl="2">
              <a:spcBef>
                <a:spcPts val="800"/>
              </a:spcBef>
              <a:spcAft>
                <a:spcPts val="0"/>
              </a:spcAft>
              <a:buClr>
                <a:schemeClr val="accent1"/>
              </a:buClr>
              <a:buSzPts val="1200"/>
              <a:buNone/>
              <a:defRPr>
                <a:solidFill>
                  <a:schemeClr val="accent1"/>
                </a:solidFill>
              </a:defRPr>
            </a:lvl3pPr>
            <a:lvl4pPr lvl="3">
              <a:spcBef>
                <a:spcPts val="800"/>
              </a:spcBef>
              <a:spcAft>
                <a:spcPts val="0"/>
              </a:spcAft>
              <a:buClr>
                <a:schemeClr val="accent1"/>
              </a:buClr>
              <a:buSzPts val="1200"/>
              <a:buNone/>
              <a:defRPr>
                <a:solidFill>
                  <a:schemeClr val="accent1"/>
                </a:solidFill>
              </a:defRPr>
            </a:lvl4pPr>
            <a:lvl5pPr lvl="4">
              <a:spcBef>
                <a:spcPts val="800"/>
              </a:spcBef>
              <a:spcAft>
                <a:spcPts val="0"/>
              </a:spcAft>
              <a:buClr>
                <a:schemeClr val="accent1"/>
              </a:buClr>
              <a:buSzPts val="1200"/>
              <a:buNone/>
              <a:defRPr>
                <a:solidFill>
                  <a:schemeClr val="accent1"/>
                </a:solidFill>
              </a:defRPr>
            </a:lvl5pPr>
            <a:lvl6pPr lvl="5">
              <a:spcBef>
                <a:spcPts val="800"/>
              </a:spcBef>
              <a:spcAft>
                <a:spcPts val="0"/>
              </a:spcAft>
              <a:buClr>
                <a:schemeClr val="accent1"/>
              </a:buClr>
              <a:buSzPts val="1200"/>
              <a:buNone/>
              <a:defRPr>
                <a:solidFill>
                  <a:schemeClr val="accent1"/>
                </a:solidFill>
              </a:defRPr>
            </a:lvl6pPr>
            <a:lvl7pPr lvl="6">
              <a:spcBef>
                <a:spcPts val="800"/>
              </a:spcBef>
              <a:spcAft>
                <a:spcPts val="0"/>
              </a:spcAft>
              <a:buClr>
                <a:schemeClr val="accent1"/>
              </a:buClr>
              <a:buSzPts val="1200"/>
              <a:buNone/>
              <a:defRPr>
                <a:solidFill>
                  <a:schemeClr val="accent1"/>
                </a:solidFill>
              </a:defRPr>
            </a:lvl7pPr>
            <a:lvl8pPr lvl="7">
              <a:spcBef>
                <a:spcPts val="800"/>
              </a:spcBef>
              <a:spcAft>
                <a:spcPts val="0"/>
              </a:spcAft>
              <a:buClr>
                <a:schemeClr val="accent1"/>
              </a:buClr>
              <a:buSzPts val="1200"/>
              <a:buNone/>
              <a:defRPr>
                <a:solidFill>
                  <a:schemeClr val="accent1"/>
                </a:solidFill>
              </a:defRPr>
            </a:lvl8pPr>
            <a:lvl9pPr lvl="8">
              <a:spcBef>
                <a:spcPts val="800"/>
              </a:spcBef>
              <a:spcAft>
                <a:spcPts val="800"/>
              </a:spcAft>
              <a:buClr>
                <a:schemeClr val="accent1"/>
              </a:buClr>
              <a:buSzPts val="1200"/>
              <a:buNone/>
              <a:defRPr>
                <a:solidFill>
                  <a:schemeClr val="accent1"/>
                </a:solidFill>
              </a:defRPr>
            </a:lvl9pPr>
          </a:lstStyle>
          <a:p/>
        </p:txBody>
      </p:sp>
      <p:sp>
        <p:nvSpPr>
          <p:cNvPr id="339" name="Google Shape;339;p25"/>
          <p:cNvSpPr txBox="1"/>
          <p:nvPr>
            <p:ph idx="6" type="subTitle"/>
          </p:nvPr>
        </p:nvSpPr>
        <p:spPr>
          <a:xfrm>
            <a:off x="5196350" y="1991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0" name="Google Shape;340;p25"/>
          <p:cNvSpPr txBox="1"/>
          <p:nvPr>
            <p:ph idx="7" type="subTitle"/>
          </p:nvPr>
        </p:nvSpPr>
        <p:spPr>
          <a:xfrm>
            <a:off x="5196350" y="2700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1" name="Google Shape;341;p25"/>
          <p:cNvSpPr txBox="1"/>
          <p:nvPr>
            <p:ph idx="8" type="subTitle"/>
          </p:nvPr>
        </p:nvSpPr>
        <p:spPr>
          <a:xfrm>
            <a:off x="5196350" y="352022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2" name="Google Shape;342;p25"/>
          <p:cNvSpPr txBox="1"/>
          <p:nvPr>
            <p:ph idx="9" type="subTitle"/>
          </p:nvPr>
        </p:nvSpPr>
        <p:spPr>
          <a:xfrm>
            <a:off x="5196350" y="42640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343" name="Google Shape;343;p25"/>
          <p:cNvSpPr txBox="1"/>
          <p:nvPr>
            <p:ph idx="13" type="body"/>
          </p:nvPr>
        </p:nvSpPr>
        <p:spPr>
          <a:xfrm>
            <a:off x="6165050" y="18458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4" name="Google Shape;344;p25"/>
          <p:cNvSpPr txBox="1"/>
          <p:nvPr>
            <p:ph idx="14" type="body"/>
          </p:nvPr>
        </p:nvSpPr>
        <p:spPr>
          <a:xfrm>
            <a:off x="6165050" y="26310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5" name="Google Shape;345;p25"/>
          <p:cNvSpPr txBox="1"/>
          <p:nvPr>
            <p:ph idx="15" type="body"/>
          </p:nvPr>
        </p:nvSpPr>
        <p:spPr>
          <a:xfrm>
            <a:off x="6165050" y="337487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6" name="Google Shape;346;p25"/>
          <p:cNvSpPr txBox="1"/>
          <p:nvPr>
            <p:ph idx="16" type="body"/>
          </p:nvPr>
        </p:nvSpPr>
        <p:spPr>
          <a:xfrm>
            <a:off x="6165050" y="41187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47" name="Google Shape;347;p25"/>
          <p:cNvSpPr txBox="1"/>
          <p:nvPr>
            <p:ph idx="17" type="subTitle"/>
          </p:nvPr>
        </p:nvSpPr>
        <p:spPr>
          <a:xfrm>
            <a:off x="1356350" y="4384150"/>
            <a:ext cx="2413200" cy="202500"/>
          </a:xfrm>
          <a:prstGeom prst="rect">
            <a:avLst/>
          </a:prstGeom>
        </p:spPr>
        <p:txBody>
          <a:bodyPr anchorCtr="0" anchor="t" bIns="91425" lIns="0" spcFirstLastPara="1" rIns="91425" wrap="square" tIns="0">
            <a:spAutoFit/>
          </a:bodyPr>
          <a:lstStyle>
            <a:lvl1pPr lvl="0">
              <a:spcBef>
                <a:spcPts val="0"/>
              </a:spcBef>
              <a:spcAft>
                <a:spcPts val="0"/>
              </a:spcAft>
              <a:buClr>
                <a:schemeClr val="accent1"/>
              </a:buClr>
              <a:buSzPts val="1000"/>
              <a:buFont typeface="Inter Medium"/>
              <a:buNone/>
              <a:defRPr i="1" sz="10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348" name="Google Shape;348;p25"/>
          <p:cNvSpPr txBox="1"/>
          <p:nvPr>
            <p:ph idx="18" type="subTitle"/>
          </p:nvPr>
        </p:nvSpPr>
        <p:spPr>
          <a:xfrm>
            <a:off x="1042428" y="338324"/>
            <a:ext cx="5186400" cy="329100"/>
          </a:xfrm>
          <a:prstGeom prst="rect">
            <a:avLst/>
          </a:prstGeom>
        </p:spPr>
        <p:txBody>
          <a:bodyPr anchorCtr="0" anchor="ctr" bIns="0" lIns="274300" spcFirstLastPara="1" rIns="91425" wrap="square" tIns="91425">
            <a:noAutofit/>
          </a:bodyPr>
          <a:lstStyle>
            <a:lvl1pPr lvl="0">
              <a:lnSpc>
                <a:spcPct val="100000"/>
              </a:lnSpc>
              <a:spcBef>
                <a:spcPts val="0"/>
              </a:spcBef>
              <a:spcAft>
                <a:spcPts val="0"/>
              </a:spcAft>
              <a:buClr>
                <a:schemeClr val="accent1"/>
              </a:buClr>
              <a:buSzPts val="1000"/>
              <a:buFont typeface="Inter Medium"/>
              <a:buNone/>
              <a:defRPr sz="1000">
                <a:solidFill>
                  <a:schemeClr val="accent1"/>
                </a:solidFill>
                <a:latin typeface="Inter Medium"/>
                <a:ea typeface="Inter Medium"/>
                <a:cs typeface="Inter Medium"/>
                <a:sym typeface="Inter Medium"/>
              </a:defRPr>
            </a:lvl1pPr>
            <a:lvl2pPr lvl="1">
              <a:lnSpc>
                <a:spcPct val="100000"/>
              </a:lnSpc>
              <a:spcBef>
                <a:spcPts val="800"/>
              </a:spcBef>
              <a:spcAft>
                <a:spcPts val="0"/>
              </a:spcAft>
              <a:buSzPts val="1000"/>
              <a:buNone/>
              <a:defRPr sz="1000"/>
            </a:lvl2pPr>
            <a:lvl3pPr lvl="2">
              <a:lnSpc>
                <a:spcPct val="100000"/>
              </a:lnSpc>
              <a:spcBef>
                <a:spcPts val="800"/>
              </a:spcBef>
              <a:spcAft>
                <a:spcPts val="0"/>
              </a:spcAft>
              <a:buSzPts val="1000"/>
              <a:buNone/>
              <a:defRPr sz="1000"/>
            </a:lvl3pPr>
            <a:lvl4pPr lvl="3">
              <a:lnSpc>
                <a:spcPct val="100000"/>
              </a:lnSpc>
              <a:spcBef>
                <a:spcPts val="800"/>
              </a:spcBef>
              <a:spcAft>
                <a:spcPts val="0"/>
              </a:spcAft>
              <a:buSzPts val="1000"/>
              <a:buNone/>
              <a:defRPr sz="1000"/>
            </a:lvl4pPr>
            <a:lvl5pPr lvl="4">
              <a:lnSpc>
                <a:spcPct val="100000"/>
              </a:lnSpc>
              <a:spcBef>
                <a:spcPts val="800"/>
              </a:spcBef>
              <a:spcAft>
                <a:spcPts val="0"/>
              </a:spcAft>
              <a:buSzPts val="1000"/>
              <a:buNone/>
              <a:defRPr sz="1000"/>
            </a:lvl5pPr>
            <a:lvl6pPr lvl="5">
              <a:lnSpc>
                <a:spcPct val="100000"/>
              </a:lnSpc>
              <a:spcBef>
                <a:spcPts val="800"/>
              </a:spcBef>
              <a:spcAft>
                <a:spcPts val="0"/>
              </a:spcAft>
              <a:buSzPts val="1000"/>
              <a:buNone/>
              <a:defRPr sz="1000"/>
            </a:lvl6pPr>
            <a:lvl7pPr lvl="6">
              <a:lnSpc>
                <a:spcPct val="100000"/>
              </a:lnSpc>
              <a:spcBef>
                <a:spcPts val="800"/>
              </a:spcBef>
              <a:spcAft>
                <a:spcPts val="0"/>
              </a:spcAft>
              <a:buSzPts val="1000"/>
              <a:buNone/>
              <a:defRPr sz="1000"/>
            </a:lvl7pPr>
            <a:lvl8pPr lvl="7">
              <a:lnSpc>
                <a:spcPct val="100000"/>
              </a:lnSpc>
              <a:spcBef>
                <a:spcPts val="800"/>
              </a:spcBef>
              <a:spcAft>
                <a:spcPts val="0"/>
              </a:spcAft>
              <a:buSzPts val="1000"/>
              <a:buNone/>
              <a:defRPr sz="1000"/>
            </a:lvl8pPr>
            <a:lvl9pPr lvl="8">
              <a:lnSpc>
                <a:spcPct val="100000"/>
              </a:lnSpc>
              <a:spcBef>
                <a:spcPts val="800"/>
              </a:spcBef>
              <a:spcAft>
                <a:spcPts val="800"/>
              </a:spcAft>
              <a:buSzPts val="1000"/>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p:cSld name="BLANK_1_1_1_1_1_1_1_2_3">
    <p:bg>
      <p:bgPr>
        <a:solidFill>
          <a:schemeClr val="lt2"/>
        </a:solidFill>
      </p:bgPr>
    </p:bg>
    <p:spTree>
      <p:nvGrpSpPr>
        <p:cNvPr id="349" name="Shape 349"/>
        <p:cNvGrpSpPr/>
        <p:nvPr/>
      </p:nvGrpSpPr>
      <p:grpSpPr>
        <a:xfrm>
          <a:off x="0" y="0"/>
          <a:ext cx="0" cy="0"/>
          <a:chOff x="0" y="0"/>
          <a:chExt cx="0" cy="0"/>
        </a:xfrm>
      </p:grpSpPr>
      <p:grpSp>
        <p:nvGrpSpPr>
          <p:cNvPr id="350" name="Google Shape;350;p26"/>
          <p:cNvGrpSpPr/>
          <p:nvPr/>
        </p:nvGrpSpPr>
        <p:grpSpPr>
          <a:xfrm rot="5400000">
            <a:off x="596727" y="776873"/>
            <a:ext cx="369896" cy="333900"/>
            <a:chOff x="96076" y="654376"/>
            <a:chExt cx="369896" cy="333900"/>
          </a:xfrm>
        </p:grpSpPr>
        <p:cxnSp>
          <p:nvCxnSpPr>
            <p:cNvPr id="351" name="Google Shape;351;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352" name="Google Shape;352;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353" name="Google Shape;353;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354" name="Google Shape;354;p26"/>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55" name="Google Shape;355;p2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56" name="Google Shape;356;p26"/>
          <p:cNvCxnSpPr/>
          <p:nvPr/>
        </p:nvCxnSpPr>
        <p:spPr>
          <a:xfrm>
            <a:off x="1045950" y="334900"/>
            <a:ext cx="8098500" cy="0"/>
          </a:xfrm>
          <a:prstGeom prst="straightConnector1">
            <a:avLst/>
          </a:prstGeom>
          <a:noFill/>
          <a:ln cap="flat" cmpd="sng" w="9525">
            <a:solidFill>
              <a:schemeClr val="lt1"/>
            </a:solidFill>
            <a:prstDash val="solid"/>
            <a:round/>
            <a:headEnd len="sm" w="sm" type="none"/>
            <a:tailEnd len="sm" w="sm" type="none"/>
          </a:ln>
        </p:spPr>
      </p:cxnSp>
      <p:cxnSp>
        <p:nvCxnSpPr>
          <p:cNvPr id="357" name="Google Shape;357;p2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58" name="Google Shape;358;p2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59" name="Google Shape;359;p26"/>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cxnSp>
        <p:nvCxnSpPr>
          <p:cNvPr id="360" name="Google Shape;360;p2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361" name="Google Shape;361;p26"/>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bg>
      <p:bgPr>
        <a:solidFill>
          <a:schemeClr val="lt2"/>
        </a:solidFill>
      </p:bgPr>
    </p:bg>
    <p:spTree>
      <p:nvGrpSpPr>
        <p:cNvPr id="362" name="Shape 362"/>
        <p:cNvGrpSpPr/>
        <p:nvPr/>
      </p:nvGrpSpPr>
      <p:grpSpPr>
        <a:xfrm>
          <a:off x="0" y="0"/>
          <a:ext cx="0" cy="0"/>
          <a:chOff x="0" y="0"/>
          <a:chExt cx="0" cy="0"/>
        </a:xfrm>
      </p:grpSpPr>
      <p:sp>
        <p:nvSpPr>
          <p:cNvPr id="363" name="Google Shape;363;p27"/>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364" name="Google Shape;364;p27"/>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65" name="Google Shape;365;p27"/>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66" name="Google Shape;366;p27"/>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67" name="Google Shape;367;p2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8" name="Google Shape;368;p2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69" name="Google Shape;369;p27"/>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2">
  <p:cSld name="BLANK_1_2">
    <p:bg>
      <p:bgPr>
        <a:solidFill>
          <a:schemeClr val="dk2"/>
        </a:solidFill>
      </p:bgPr>
    </p:bg>
    <p:spTree>
      <p:nvGrpSpPr>
        <p:cNvPr id="370" name="Shape 370"/>
        <p:cNvGrpSpPr/>
        <p:nvPr/>
      </p:nvGrpSpPr>
      <p:grpSpPr>
        <a:xfrm>
          <a:off x="0" y="0"/>
          <a:ext cx="0" cy="0"/>
          <a:chOff x="0" y="0"/>
          <a:chExt cx="0" cy="0"/>
        </a:xfrm>
      </p:grpSpPr>
      <p:sp>
        <p:nvSpPr>
          <p:cNvPr id="371" name="Google Shape;371;p2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72" name="Google Shape;372;p28"/>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73" name="Google Shape;373;p2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74" name="Google Shape;374;p28"/>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375" name="Google Shape;375;p28"/>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376" name="Google Shape;376;p28"/>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377" name="Google Shape;377;p28"/>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78" name="Google Shape;378;p2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79" name="Google Shape;379;p28"/>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p:cSld name="BLANK_1_1_1_1_1_1_1_1_2">
    <p:bg>
      <p:bgPr>
        <a:solidFill>
          <a:schemeClr val="lt2"/>
        </a:solidFill>
      </p:bgPr>
    </p:bg>
    <p:spTree>
      <p:nvGrpSpPr>
        <p:cNvPr id="380" name="Shape 380"/>
        <p:cNvGrpSpPr/>
        <p:nvPr/>
      </p:nvGrpSpPr>
      <p:grpSpPr>
        <a:xfrm>
          <a:off x="0" y="0"/>
          <a:ext cx="0" cy="0"/>
          <a:chOff x="0" y="0"/>
          <a:chExt cx="0" cy="0"/>
        </a:xfrm>
      </p:grpSpPr>
      <p:sp>
        <p:nvSpPr>
          <p:cNvPr id="381" name="Google Shape;381;p29"/>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382" name="Google Shape;382;p29"/>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83" name="Google Shape;383;p29"/>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84" name="Google Shape;384;p29"/>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85" name="Google Shape;385;p2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86" name="Google Shape;386;p2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87" name="Google Shape;387;p29"/>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88" name="Google Shape;388;p2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89" name="Google Shape;389;p29"/>
          <p:cNvSpPr txBox="1"/>
          <p:nvPr>
            <p:ph type="title"/>
          </p:nvPr>
        </p:nvSpPr>
        <p:spPr>
          <a:xfrm>
            <a:off x="6773750" y="841725"/>
            <a:ext cx="1848900" cy="364800"/>
          </a:xfrm>
          <a:prstGeom prst="rect">
            <a:avLst/>
          </a:prstGeom>
        </p:spPr>
        <p:txBody>
          <a:bodyPr anchorCtr="0" anchor="ctr" bIns="0" lIns="182875"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390" name="Google Shape;390;p29"/>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391" name="Google Shape;391;p29"/>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392" name="Google Shape;392;p29"/>
          <p:cNvSpPr txBox="1"/>
          <p:nvPr>
            <p:ph idx="6"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Growth">
  <p:cSld name="CUSTOM_4">
    <p:bg>
      <p:bgPr>
        <a:solidFill>
          <a:schemeClr val="lt2"/>
        </a:solidFill>
      </p:bgPr>
    </p:bg>
    <p:spTree>
      <p:nvGrpSpPr>
        <p:cNvPr id="393" name="Shape 393"/>
        <p:cNvGrpSpPr/>
        <p:nvPr/>
      </p:nvGrpSpPr>
      <p:grpSpPr>
        <a:xfrm>
          <a:off x="0" y="0"/>
          <a:ext cx="0" cy="0"/>
          <a:chOff x="0" y="0"/>
          <a:chExt cx="0" cy="0"/>
        </a:xfrm>
      </p:grpSpPr>
      <p:sp>
        <p:nvSpPr>
          <p:cNvPr id="394" name="Google Shape;394;p30"/>
          <p:cNvSpPr txBox="1"/>
          <p:nvPr>
            <p:ph idx="1" type="body"/>
          </p:nvPr>
        </p:nvSpPr>
        <p:spPr>
          <a:xfrm>
            <a:off x="6270725" y="3025600"/>
            <a:ext cx="2874600" cy="14247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395" name="Google Shape;395;p30"/>
          <p:cNvSpPr txBox="1"/>
          <p:nvPr>
            <p:ph idx="2" type="body"/>
          </p:nvPr>
        </p:nvSpPr>
        <p:spPr>
          <a:xfrm>
            <a:off x="3403050" y="2668875"/>
            <a:ext cx="2868000" cy="17814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396" name="Google Shape;396;p30"/>
          <p:cNvSpPr txBox="1"/>
          <p:nvPr>
            <p:ph idx="3" type="body"/>
          </p:nvPr>
        </p:nvSpPr>
        <p:spPr>
          <a:xfrm>
            <a:off x="521250" y="3426700"/>
            <a:ext cx="2880300" cy="10236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SzPts val="1000"/>
              <a:buFont typeface="Inter"/>
              <a:buChar char="■"/>
              <a:defRPr sz="1000">
                <a:solidFill>
                  <a:schemeClr val="lt2"/>
                </a:solidFill>
              </a:defRPr>
            </a:lvl9pPr>
          </a:lstStyle>
          <a:p/>
        </p:txBody>
      </p:sp>
      <p:sp>
        <p:nvSpPr>
          <p:cNvPr id="397" name="Google Shape;397;p30"/>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98" name="Google Shape;398;p30"/>
          <p:cNvCxnSpPr/>
          <p:nvPr/>
        </p:nvCxnSpPr>
        <p:spPr>
          <a:xfrm>
            <a:off x="3401654" y="841987"/>
            <a:ext cx="0" cy="4301700"/>
          </a:xfrm>
          <a:prstGeom prst="straightConnector1">
            <a:avLst/>
          </a:prstGeom>
          <a:noFill/>
          <a:ln cap="flat" cmpd="sng" w="9525">
            <a:solidFill>
              <a:schemeClr val="lt1"/>
            </a:solidFill>
            <a:prstDash val="solid"/>
            <a:round/>
            <a:headEnd len="sm" w="sm" type="none"/>
            <a:tailEnd len="sm" w="sm" type="none"/>
          </a:ln>
        </p:spPr>
      </p:cxnSp>
      <p:cxnSp>
        <p:nvCxnSpPr>
          <p:cNvPr id="399" name="Google Shape;399;p30"/>
          <p:cNvCxnSpPr/>
          <p:nvPr/>
        </p:nvCxnSpPr>
        <p:spPr>
          <a:xfrm>
            <a:off x="6271043" y="841987"/>
            <a:ext cx="0" cy="4301700"/>
          </a:xfrm>
          <a:prstGeom prst="straightConnector1">
            <a:avLst/>
          </a:prstGeom>
          <a:noFill/>
          <a:ln cap="flat" cmpd="sng" w="9525">
            <a:solidFill>
              <a:schemeClr val="lt1"/>
            </a:solidFill>
            <a:prstDash val="solid"/>
            <a:round/>
            <a:headEnd len="sm" w="sm" type="none"/>
            <a:tailEnd len="sm" w="sm" type="none"/>
          </a:ln>
        </p:spPr>
      </p:cxnSp>
      <p:sp>
        <p:nvSpPr>
          <p:cNvPr id="400" name="Google Shape;400;p30"/>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01" name="Google Shape;401;p30"/>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02" name="Google Shape;402;p30"/>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403" name="Google Shape;403;p3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404" name="Google Shape;404;p3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05" name="Google Shape;405;p3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06" name="Google Shape;406;p3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07" name="Google Shape;407;p3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408" name="Google Shape;408;p30"/>
          <p:cNvSpPr txBox="1"/>
          <p:nvPr>
            <p:ph idx="7" type="title"/>
          </p:nvPr>
        </p:nvSpPr>
        <p:spPr>
          <a:xfrm>
            <a:off x="521250" y="2093850"/>
            <a:ext cx="28785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409" name="Google Shape;409;p30"/>
          <p:cNvSpPr txBox="1"/>
          <p:nvPr>
            <p:ph idx="8" type="subTitle"/>
          </p:nvPr>
        </p:nvSpPr>
        <p:spPr>
          <a:xfrm>
            <a:off x="521250" y="2976675"/>
            <a:ext cx="28803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410" name="Google Shape;410;p30"/>
          <p:cNvSpPr txBox="1"/>
          <p:nvPr>
            <p:ph idx="9" type="title"/>
          </p:nvPr>
        </p:nvSpPr>
        <p:spPr>
          <a:xfrm>
            <a:off x="3400925" y="1336050"/>
            <a:ext cx="28680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411" name="Google Shape;411;p30"/>
          <p:cNvSpPr txBox="1"/>
          <p:nvPr>
            <p:ph idx="13" type="subTitle"/>
          </p:nvPr>
        </p:nvSpPr>
        <p:spPr>
          <a:xfrm>
            <a:off x="3400925" y="2218875"/>
            <a:ext cx="28698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412" name="Google Shape;412;p30"/>
          <p:cNvSpPr txBox="1"/>
          <p:nvPr>
            <p:ph idx="14" type="title"/>
          </p:nvPr>
        </p:nvSpPr>
        <p:spPr>
          <a:xfrm>
            <a:off x="6271375" y="1172250"/>
            <a:ext cx="2872800" cy="1281900"/>
          </a:xfrm>
          <a:prstGeom prst="rect">
            <a:avLst/>
          </a:prstGeom>
        </p:spPr>
        <p:txBody>
          <a:bodyPr anchorCtr="0" anchor="b" bIns="274300" lIns="18287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413" name="Google Shape;413;p30"/>
          <p:cNvSpPr txBox="1"/>
          <p:nvPr>
            <p:ph idx="15" type="subTitle"/>
          </p:nvPr>
        </p:nvSpPr>
        <p:spPr>
          <a:xfrm>
            <a:off x="6271375" y="2021749"/>
            <a:ext cx="2874600" cy="4329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414" name="Google Shape;414;p30"/>
          <p:cNvSpPr txBox="1"/>
          <p:nvPr>
            <p:ph idx="16" type="subTitle"/>
          </p:nvPr>
        </p:nvSpPr>
        <p:spPr>
          <a:xfrm>
            <a:off x="6271125" y="2455800"/>
            <a:ext cx="2874600" cy="3324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SemiBold"/>
              <a:buNone/>
              <a:defRPr>
                <a:latin typeface="Inter SemiBold"/>
                <a:ea typeface="Inter SemiBold"/>
                <a:cs typeface="Inter SemiBold"/>
                <a:sym typeface="Inter SemiBold"/>
              </a:defRPr>
            </a:lvl1pPr>
            <a:lvl2pPr lvl="1">
              <a:spcBef>
                <a:spcPts val="0"/>
              </a:spcBef>
              <a:spcAft>
                <a:spcPts val="0"/>
              </a:spcAft>
              <a:buSzPts val="1200"/>
              <a:buFont typeface="Inter SemiBold"/>
              <a:buNone/>
              <a:defRPr>
                <a:latin typeface="Inter SemiBold"/>
                <a:ea typeface="Inter SemiBold"/>
                <a:cs typeface="Inter SemiBold"/>
                <a:sym typeface="Inter SemiBold"/>
              </a:defRPr>
            </a:lvl2pPr>
            <a:lvl3pPr lvl="2">
              <a:spcBef>
                <a:spcPts val="0"/>
              </a:spcBef>
              <a:spcAft>
                <a:spcPts val="0"/>
              </a:spcAft>
              <a:buSzPts val="1200"/>
              <a:buFont typeface="Inter SemiBold"/>
              <a:buNone/>
              <a:defRPr>
                <a:latin typeface="Inter SemiBold"/>
                <a:ea typeface="Inter SemiBold"/>
                <a:cs typeface="Inter SemiBold"/>
                <a:sym typeface="Inter SemiBold"/>
              </a:defRPr>
            </a:lvl3pPr>
            <a:lvl4pPr lvl="3">
              <a:spcBef>
                <a:spcPts val="0"/>
              </a:spcBef>
              <a:spcAft>
                <a:spcPts val="0"/>
              </a:spcAft>
              <a:buSzPts val="1200"/>
              <a:buFont typeface="Inter SemiBold"/>
              <a:buNone/>
              <a:defRPr>
                <a:latin typeface="Inter SemiBold"/>
                <a:ea typeface="Inter SemiBold"/>
                <a:cs typeface="Inter SemiBold"/>
                <a:sym typeface="Inter SemiBold"/>
              </a:defRPr>
            </a:lvl4pPr>
            <a:lvl5pPr lvl="4">
              <a:spcBef>
                <a:spcPts val="0"/>
              </a:spcBef>
              <a:spcAft>
                <a:spcPts val="0"/>
              </a:spcAft>
              <a:buSzPts val="1200"/>
              <a:buFont typeface="Inter SemiBold"/>
              <a:buNone/>
              <a:defRPr>
                <a:latin typeface="Inter SemiBold"/>
                <a:ea typeface="Inter SemiBold"/>
                <a:cs typeface="Inter SemiBold"/>
                <a:sym typeface="Inter SemiBold"/>
              </a:defRPr>
            </a:lvl5pPr>
            <a:lvl6pPr lvl="5">
              <a:spcBef>
                <a:spcPts val="0"/>
              </a:spcBef>
              <a:spcAft>
                <a:spcPts val="0"/>
              </a:spcAft>
              <a:buSzPts val="1200"/>
              <a:buFont typeface="Inter SemiBold"/>
              <a:buNone/>
              <a:defRPr>
                <a:latin typeface="Inter SemiBold"/>
                <a:ea typeface="Inter SemiBold"/>
                <a:cs typeface="Inter SemiBold"/>
                <a:sym typeface="Inter SemiBold"/>
              </a:defRPr>
            </a:lvl6pPr>
            <a:lvl7pPr lvl="6">
              <a:spcBef>
                <a:spcPts val="0"/>
              </a:spcBef>
              <a:spcAft>
                <a:spcPts val="0"/>
              </a:spcAft>
              <a:buSzPts val="1200"/>
              <a:buFont typeface="Inter SemiBold"/>
              <a:buNone/>
              <a:defRPr>
                <a:latin typeface="Inter SemiBold"/>
                <a:ea typeface="Inter SemiBold"/>
                <a:cs typeface="Inter SemiBold"/>
                <a:sym typeface="Inter SemiBold"/>
              </a:defRPr>
            </a:lvl7pPr>
            <a:lvl8pPr lvl="7">
              <a:spcBef>
                <a:spcPts val="0"/>
              </a:spcBef>
              <a:spcAft>
                <a:spcPts val="0"/>
              </a:spcAft>
              <a:buSzPts val="1200"/>
              <a:buFont typeface="Inter SemiBold"/>
              <a:buNone/>
              <a:defRPr>
                <a:latin typeface="Inter SemiBold"/>
                <a:ea typeface="Inter SemiBold"/>
                <a:cs typeface="Inter SemiBold"/>
                <a:sym typeface="Inter SemiBold"/>
              </a:defRPr>
            </a:lvl8pPr>
            <a:lvl9pPr lvl="8">
              <a:spcBef>
                <a:spcPts val="0"/>
              </a:spcBef>
              <a:spcAft>
                <a:spcPts val="0"/>
              </a:spcAft>
              <a:buSzPts val="1200"/>
              <a:buFont typeface="Inter SemiBold"/>
              <a:buNone/>
              <a:defRPr>
                <a:latin typeface="Inter SemiBold"/>
                <a:ea typeface="Inter SemiBold"/>
                <a:cs typeface="Inter SemiBold"/>
                <a:sym typeface="Inter SemiBold"/>
              </a:defRPr>
            </a:lvl9pPr>
          </a:lstStyle>
          <a:p/>
        </p:txBody>
      </p:sp>
      <p:sp>
        <p:nvSpPr>
          <p:cNvPr id="415" name="Google Shape;415;p30"/>
          <p:cNvSpPr txBox="1"/>
          <p:nvPr>
            <p:ph idx="17" type="subTitle"/>
          </p:nvPr>
        </p:nvSpPr>
        <p:spPr>
          <a:xfrm>
            <a:off x="6271125" y="2840775"/>
            <a:ext cx="2874600" cy="1848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a:buNone/>
              <a:defRPr/>
            </a:lvl1pPr>
            <a:lvl2pPr lvl="1">
              <a:spcBef>
                <a:spcPts val="0"/>
              </a:spcBef>
              <a:spcAft>
                <a:spcPts val="0"/>
              </a:spcAft>
              <a:buSzPts val="1200"/>
              <a:buFont typeface="Inter"/>
              <a:buNone/>
              <a:defRPr/>
            </a:lvl2pPr>
            <a:lvl3pPr lvl="2">
              <a:spcBef>
                <a:spcPts val="0"/>
              </a:spcBef>
              <a:spcAft>
                <a:spcPts val="0"/>
              </a:spcAft>
              <a:buSzPts val="1200"/>
              <a:buFont typeface="Inter"/>
              <a:buNone/>
              <a:defRPr/>
            </a:lvl3pPr>
            <a:lvl4pPr lvl="3">
              <a:spcBef>
                <a:spcPts val="0"/>
              </a:spcBef>
              <a:spcAft>
                <a:spcPts val="0"/>
              </a:spcAft>
              <a:buSzPts val="1200"/>
              <a:buFont typeface="Inter"/>
              <a:buNone/>
              <a:defRPr/>
            </a:lvl4pPr>
            <a:lvl5pPr lvl="4">
              <a:spcBef>
                <a:spcPts val="0"/>
              </a:spcBef>
              <a:spcAft>
                <a:spcPts val="0"/>
              </a:spcAft>
              <a:buSzPts val="1200"/>
              <a:buFont typeface="Inter"/>
              <a:buNone/>
              <a:defRPr/>
            </a:lvl5pPr>
            <a:lvl6pPr lvl="5">
              <a:spcBef>
                <a:spcPts val="0"/>
              </a:spcBef>
              <a:spcAft>
                <a:spcPts val="0"/>
              </a:spcAft>
              <a:buSzPts val="1200"/>
              <a:buFont typeface="Inter"/>
              <a:buNone/>
              <a:defRPr/>
            </a:lvl6pPr>
            <a:lvl7pPr lvl="6">
              <a:spcBef>
                <a:spcPts val="0"/>
              </a:spcBef>
              <a:spcAft>
                <a:spcPts val="0"/>
              </a:spcAft>
              <a:buSzPts val="1200"/>
              <a:buFont typeface="Inter"/>
              <a:buNone/>
              <a:defRPr/>
            </a:lvl7pPr>
            <a:lvl8pPr lvl="7">
              <a:spcBef>
                <a:spcPts val="0"/>
              </a:spcBef>
              <a:spcAft>
                <a:spcPts val="0"/>
              </a:spcAft>
              <a:buSzPts val="1200"/>
              <a:buFont typeface="Inter"/>
              <a:buNone/>
              <a:defRPr/>
            </a:lvl8pPr>
            <a:lvl9pPr lvl="8">
              <a:spcBef>
                <a:spcPts val="0"/>
              </a:spcBef>
              <a:spcAft>
                <a:spcPts val="0"/>
              </a:spcAft>
              <a:buSzPts val="1200"/>
              <a:buFont typeface="Inter"/>
              <a:buNone/>
              <a:defRPr/>
            </a:lvl9pPr>
          </a:lstStyle>
          <a:p/>
        </p:txBody>
      </p:sp>
      <p:sp>
        <p:nvSpPr>
          <p:cNvPr id="416" name="Google Shape;416;p30"/>
          <p:cNvSpPr txBox="1"/>
          <p:nvPr>
            <p:ph idx="18" type="title"/>
          </p:nvPr>
        </p:nvSpPr>
        <p:spPr>
          <a:xfrm>
            <a:off x="6271375" y="4552825"/>
            <a:ext cx="28728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417" name="Google Shape;417;p30"/>
          <p:cNvSpPr txBox="1"/>
          <p:nvPr>
            <p:ph idx="19" type="title"/>
          </p:nvPr>
        </p:nvSpPr>
        <p:spPr>
          <a:xfrm>
            <a:off x="3401750" y="4552825"/>
            <a:ext cx="28680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418" name="Google Shape;418;p30"/>
          <p:cNvSpPr txBox="1"/>
          <p:nvPr>
            <p:ph idx="20" type="title"/>
          </p:nvPr>
        </p:nvSpPr>
        <p:spPr>
          <a:xfrm>
            <a:off x="521625" y="4552825"/>
            <a:ext cx="28785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riorities">
  <p:cSld name="CUSTOM_5">
    <p:bg>
      <p:bgPr>
        <a:solidFill>
          <a:schemeClr val="lt1"/>
        </a:solidFill>
      </p:bgPr>
    </p:bg>
    <p:spTree>
      <p:nvGrpSpPr>
        <p:cNvPr id="419" name="Shape 419"/>
        <p:cNvGrpSpPr/>
        <p:nvPr/>
      </p:nvGrpSpPr>
      <p:grpSpPr>
        <a:xfrm>
          <a:off x="0" y="0"/>
          <a:ext cx="0" cy="0"/>
          <a:chOff x="0" y="0"/>
          <a:chExt cx="0" cy="0"/>
        </a:xfrm>
      </p:grpSpPr>
      <p:sp>
        <p:nvSpPr>
          <p:cNvPr id="420" name="Google Shape;420;p31"/>
          <p:cNvSpPr txBox="1"/>
          <p:nvPr>
            <p:ph idx="1" type="body"/>
          </p:nvPr>
        </p:nvSpPr>
        <p:spPr>
          <a:xfrm>
            <a:off x="1043525" y="2532675"/>
            <a:ext cx="1958400" cy="10014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cxnSp>
        <p:nvCxnSpPr>
          <p:cNvPr id="421" name="Google Shape;421;p31"/>
          <p:cNvCxnSpPr/>
          <p:nvPr/>
        </p:nvCxnSpPr>
        <p:spPr>
          <a:xfrm>
            <a:off x="8622700" y="334950"/>
            <a:ext cx="0" cy="4805700"/>
          </a:xfrm>
          <a:prstGeom prst="straightConnector1">
            <a:avLst/>
          </a:prstGeom>
          <a:noFill/>
          <a:ln cap="flat" cmpd="sng" w="9525">
            <a:solidFill>
              <a:schemeClr val="accent6"/>
            </a:solidFill>
            <a:prstDash val="solid"/>
            <a:round/>
            <a:headEnd len="sm" w="sm" type="none"/>
            <a:tailEnd len="sm" w="sm" type="none"/>
          </a:ln>
        </p:spPr>
      </p:cxnSp>
      <p:sp>
        <p:nvSpPr>
          <p:cNvPr id="422" name="Google Shape;422;p31"/>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423" name="Google Shape;423;p31"/>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424" name="Google Shape;424;p31"/>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425" name="Google Shape;425;p31"/>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426" name="Google Shape;426;p31"/>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427" name="Google Shape;427;p31"/>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428" name="Google Shape;428;p31"/>
          <p:cNvSpPr txBox="1"/>
          <p:nvPr>
            <p:ph type="title"/>
          </p:nvPr>
        </p:nvSpPr>
        <p:spPr>
          <a:xfrm>
            <a:off x="3003325" y="6152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29" name="Google Shape;429;p31"/>
          <p:cNvSpPr txBox="1"/>
          <p:nvPr>
            <p:ph idx="5" type="title"/>
          </p:nvPr>
        </p:nvSpPr>
        <p:spPr>
          <a:xfrm>
            <a:off x="3003325" y="9619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0" name="Google Shape;430;p31"/>
          <p:cNvSpPr txBox="1"/>
          <p:nvPr>
            <p:ph idx="6" type="title"/>
          </p:nvPr>
        </p:nvSpPr>
        <p:spPr>
          <a:xfrm>
            <a:off x="3003325" y="13108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1" name="Google Shape;431;p31"/>
          <p:cNvSpPr txBox="1"/>
          <p:nvPr>
            <p:ph idx="7" type="title"/>
          </p:nvPr>
        </p:nvSpPr>
        <p:spPr>
          <a:xfrm>
            <a:off x="3003325" y="38207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2" name="Google Shape;432;p31"/>
          <p:cNvSpPr txBox="1"/>
          <p:nvPr>
            <p:ph idx="8" type="title"/>
          </p:nvPr>
        </p:nvSpPr>
        <p:spPr>
          <a:xfrm>
            <a:off x="3003325" y="41675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3" name="Google Shape;433;p31"/>
          <p:cNvSpPr txBox="1"/>
          <p:nvPr>
            <p:ph idx="9" type="title"/>
          </p:nvPr>
        </p:nvSpPr>
        <p:spPr>
          <a:xfrm>
            <a:off x="3003325" y="45163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4" name="Google Shape;434;p31"/>
          <p:cNvSpPr txBox="1"/>
          <p:nvPr>
            <p:ph idx="13" type="title"/>
          </p:nvPr>
        </p:nvSpPr>
        <p:spPr>
          <a:xfrm>
            <a:off x="3003325" y="22262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5" name="Google Shape;435;p31"/>
          <p:cNvSpPr txBox="1"/>
          <p:nvPr>
            <p:ph idx="14" type="title"/>
          </p:nvPr>
        </p:nvSpPr>
        <p:spPr>
          <a:xfrm>
            <a:off x="3003325" y="257301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6" name="Google Shape;436;p31"/>
          <p:cNvSpPr txBox="1"/>
          <p:nvPr>
            <p:ph idx="15" type="title"/>
          </p:nvPr>
        </p:nvSpPr>
        <p:spPr>
          <a:xfrm>
            <a:off x="3003325" y="29218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437" name="Google Shape;437;p31"/>
          <p:cNvSpPr txBox="1"/>
          <p:nvPr>
            <p:ph idx="16" type="subTitle"/>
          </p:nvPr>
        </p:nvSpPr>
        <p:spPr>
          <a:xfrm>
            <a:off x="5824413" y="6130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38" name="Google Shape;438;p31"/>
          <p:cNvSpPr txBox="1"/>
          <p:nvPr>
            <p:ph idx="17" type="subTitle"/>
          </p:nvPr>
        </p:nvSpPr>
        <p:spPr>
          <a:xfrm>
            <a:off x="5824413" y="9619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39" name="Google Shape;439;p31"/>
          <p:cNvSpPr txBox="1"/>
          <p:nvPr>
            <p:ph idx="18" type="subTitle"/>
          </p:nvPr>
        </p:nvSpPr>
        <p:spPr>
          <a:xfrm>
            <a:off x="5824413" y="131077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0" name="Google Shape;440;p31"/>
          <p:cNvSpPr txBox="1"/>
          <p:nvPr>
            <p:ph idx="19" type="subTitle"/>
          </p:nvPr>
        </p:nvSpPr>
        <p:spPr>
          <a:xfrm>
            <a:off x="5824413" y="22252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1" name="Google Shape;441;p31"/>
          <p:cNvSpPr txBox="1"/>
          <p:nvPr>
            <p:ph idx="20" type="subTitle"/>
          </p:nvPr>
        </p:nvSpPr>
        <p:spPr>
          <a:xfrm>
            <a:off x="5824413" y="25741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2" name="Google Shape;442;p31"/>
          <p:cNvSpPr txBox="1"/>
          <p:nvPr>
            <p:ph idx="21" type="subTitle"/>
          </p:nvPr>
        </p:nvSpPr>
        <p:spPr>
          <a:xfrm>
            <a:off x="5824413" y="2922938"/>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3" name="Google Shape;443;p31"/>
          <p:cNvSpPr txBox="1"/>
          <p:nvPr>
            <p:ph idx="22" type="subTitle"/>
          </p:nvPr>
        </p:nvSpPr>
        <p:spPr>
          <a:xfrm>
            <a:off x="5824413" y="38186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4" name="Google Shape;444;p31"/>
          <p:cNvSpPr txBox="1"/>
          <p:nvPr>
            <p:ph idx="23" type="subTitle"/>
          </p:nvPr>
        </p:nvSpPr>
        <p:spPr>
          <a:xfrm>
            <a:off x="5824413" y="41675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5" name="Google Shape;445;p31"/>
          <p:cNvSpPr txBox="1"/>
          <p:nvPr>
            <p:ph idx="24" type="subTitle"/>
          </p:nvPr>
        </p:nvSpPr>
        <p:spPr>
          <a:xfrm>
            <a:off x="5824413" y="45163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46" name="Google Shape;446;p31"/>
          <p:cNvSpPr txBox="1"/>
          <p:nvPr>
            <p:ph idx="25" type="title"/>
          </p:nvPr>
        </p:nvSpPr>
        <p:spPr>
          <a:xfrm>
            <a:off x="1045225" y="3545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47" name="Google Shape;447;p31"/>
          <p:cNvSpPr txBox="1"/>
          <p:nvPr>
            <p:ph idx="26" type="body"/>
          </p:nvPr>
        </p:nvSpPr>
        <p:spPr>
          <a:xfrm>
            <a:off x="1043525" y="4174000"/>
            <a:ext cx="1958400" cy="9591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448" name="Google Shape;448;p31"/>
          <p:cNvSpPr txBox="1"/>
          <p:nvPr>
            <p:ph idx="27" type="title"/>
          </p:nvPr>
        </p:nvSpPr>
        <p:spPr>
          <a:xfrm>
            <a:off x="1045225" y="350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49" name="Google Shape;449;p31"/>
          <p:cNvSpPr txBox="1"/>
          <p:nvPr>
            <p:ph idx="28" type="title"/>
          </p:nvPr>
        </p:nvSpPr>
        <p:spPr>
          <a:xfrm>
            <a:off x="1045225" y="1945600"/>
            <a:ext cx="1958400" cy="519600"/>
          </a:xfrm>
          <a:prstGeom prst="rect">
            <a:avLst/>
          </a:prstGeom>
        </p:spPr>
        <p:txBody>
          <a:bodyPr anchorCtr="0" anchor="b" bIns="0" lIns="182875" spcFirstLastPara="1" rIns="182875" wrap="square" tIns="91425">
            <a:noAutofit/>
          </a:bodyPr>
          <a:lstStyle>
            <a:lvl1pPr lvl="0">
              <a:spcBef>
                <a:spcPts val="0"/>
              </a:spcBef>
              <a:spcAft>
                <a:spcPts val="0"/>
              </a:spcAft>
              <a:buSzPts val="2400"/>
              <a:buFont typeface="Gowun Batang"/>
              <a:buNone/>
              <a:defRPr sz="2400"/>
            </a:lvl1pPr>
            <a:lvl2pPr lvl="1">
              <a:spcBef>
                <a:spcPts val="0"/>
              </a:spcBef>
              <a:spcAft>
                <a:spcPts val="0"/>
              </a:spcAft>
              <a:buSzPts val="2400"/>
              <a:buFont typeface="Gowun Batang"/>
              <a:buNone/>
              <a:defRPr sz="2400"/>
            </a:lvl2pPr>
            <a:lvl3pPr lvl="2">
              <a:spcBef>
                <a:spcPts val="0"/>
              </a:spcBef>
              <a:spcAft>
                <a:spcPts val="0"/>
              </a:spcAft>
              <a:buSzPts val="2400"/>
              <a:buFont typeface="Gowun Batang"/>
              <a:buNone/>
              <a:defRPr sz="2400"/>
            </a:lvl3pPr>
            <a:lvl4pPr lvl="3">
              <a:spcBef>
                <a:spcPts val="0"/>
              </a:spcBef>
              <a:spcAft>
                <a:spcPts val="0"/>
              </a:spcAft>
              <a:buSzPts val="2400"/>
              <a:buFont typeface="Gowun Batang"/>
              <a:buNone/>
              <a:defRPr sz="2400"/>
            </a:lvl4pPr>
            <a:lvl5pPr lvl="4">
              <a:spcBef>
                <a:spcPts val="0"/>
              </a:spcBef>
              <a:spcAft>
                <a:spcPts val="0"/>
              </a:spcAft>
              <a:buSzPts val="2400"/>
              <a:buFont typeface="Gowun Batang"/>
              <a:buNone/>
              <a:defRPr sz="2400"/>
            </a:lvl5pPr>
            <a:lvl6pPr lvl="5">
              <a:spcBef>
                <a:spcPts val="0"/>
              </a:spcBef>
              <a:spcAft>
                <a:spcPts val="0"/>
              </a:spcAft>
              <a:buSzPts val="2400"/>
              <a:buFont typeface="Gowun Batang"/>
              <a:buNone/>
              <a:defRPr sz="2400"/>
            </a:lvl6pPr>
            <a:lvl7pPr lvl="6">
              <a:spcBef>
                <a:spcPts val="0"/>
              </a:spcBef>
              <a:spcAft>
                <a:spcPts val="0"/>
              </a:spcAft>
              <a:buSzPts val="2400"/>
              <a:buFont typeface="Gowun Batang"/>
              <a:buNone/>
              <a:defRPr sz="2400"/>
            </a:lvl7pPr>
            <a:lvl8pPr lvl="7">
              <a:spcBef>
                <a:spcPts val="0"/>
              </a:spcBef>
              <a:spcAft>
                <a:spcPts val="0"/>
              </a:spcAft>
              <a:buSzPts val="2400"/>
              <a:buFont typeface="Gowun Batang"/>
              <a:buNone/>
              <a:defRPr sz="2400"/>
            </a:lvl8pPr>
            <a:lvl9pPr lvl="8">
              <a:spcBef>
                <a:spcPts val="0"/>
              </a:spcBef>
              <a:spcAft>
                <a:spcPts val="0"/>
              </a:spcAft>
              <a:buSzPts val="2400"/>
              <a:buFont typeface="Gowun Batang"/>
              <a:buNone/>
              <a:defRPr sz="2400"/>
            </a:lvl9pPr>
          </a:lstStyle>
          <a:p/>
        </p:txBody>
      </p:sp>
      <p:sp>
        <p:nvSpPr>
          <p:cNvPr id="450" name="Google Shape;450;p31"/>
          <p:cNvSpPr txBox="1"/>
          <p:nvPr>
            <p:ph idx="29" type="body"/>
          </p:nvPr>
        </p:nvSpPr>
        <p:spPr>
          <a:xfrm>
            <a:off x="1043513" y="962025"/>
            <a:ext cx="1958400" cy="9729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olutions">
  <p:cSld name="CUSTOM_6">
    <p:bg>
      <p:bgPr>
        <a:solidFill>
          <a:schemeClr val="lt2"/>
        </a:solidFill>
      </p:bgPr>
    </p:bg>
    <p:spTree>
      <p:nvGrpSpPr>
        <p:cNvPr id="451" name="Shape 451"/>
        <p:cNvGrpSpPr/>
        <p:nvPr/>
      </p:nvGrpSpPr>
      <p:grpSpPr>
        <a:xfrm>
          <a:off x="0" y="0"/>
          <a:ext cx="0" cy="0"/>
          <a:chOff x="0" y="0"/>
          <a:chExt cx="0" cy="0"/>
        </a:xfrm>
      </p:grpSpPr>
      <p:sp>
        <p:nvSpPr>
          <p:cNvPr id="452" name="Google Shape;452;p32"/>
          <p:cNvSpPr txBox="1"/>
          <p:nvPr>
            <p:ph type="title"/>
          </p:nvPr>
        </p:nvSpPr>
        <p:spPr>
          <a:xfrm>
            <a:off x="5481500" y="3864550"/>
            <a:ext cx="498300" cy="6366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SemiBold"/>
              <a:buChar char="●"/>
              <a:defRPr sz="1500">
                <a:latin typeface="Inter SemiBold"/>
                <a:ea typeface="Inter SemiBold"/>
                <a:cs typeface="Inter SemiBold"/>
                <a:sym typeface="Inter SemiBold"/>
              </a:defRPr>
            </a:lvl1pPr>
            <a:lvl2pPr lvl="1" algn="ctr">
              <a:spcBef>
                <a:spcPts val="0"/>
              </a:spcBef>
              <a:spcAft>
                <a:spcPts val="0"/>
              </a:spcAft>
              <a:buClr>
                <a:schemeClr val="lt1"/>
              </a:buClr>
              <a:buSzPts val="1500"/>
              <a:buFont typeface="Inter"/>
              <a:buChar char="○"/>
              <a:defRPr sz="1500">
                <a:latin typeface="Inter"/>
                <a:ea typeface="Inter"/>
                <a:cs typeface="Inter"/>
                <a:sym typeface="Inter"/>
              </a:defRPr>
            </a:lvl2pPr>
            <a:lvl3pPr lvl="2" algn="ctr">
              <a:spcBef>
                <a:spcPts val="0"/>
              </a:spcBef>
              <a:spcAft>
                <a:spcPts val="0"/>
              </a:spcAft>
              <a:buClr>
                <a:schemeClr val="lt1"/>
              </a:buClr>
              <a:buSzPts val="1500"/>
              <a:buFont typeface="Inter"/>
              <a:buChar char="■"/>
              <a:defRPr sz="1500">
                <a:latin typeface="Inter"/>
                <a:ea typeface="Inter"/>
                <a:cs typeface="Inter"/>
                <a:sym typeface="Inter"/>
              </a:defRPr>
            </a:lvl3pPr>
            <a:lvl4pPr lvl="3" algn="ctr">
              <a:spcBef>
                <a:spcPts val="0"/>
              </a:spcBef>
              <a:spcAft>
                <a:spcPts val="0"/>
              </a:spcAft>
              <a:buClr>
                <a:schemeClr val="lt1"/>
              </a:buClr>
              <a:buSzPts val="1500"/>
              <a:buFont typeface="Inter"/>
              <a:buChar char="●"/>
              <a:defRPr sz="1500">
                <a:latin typeface="Inter"/>
                <a:ea typeface="Inter"/>
                <a:cs typeface="Inter"/>
                <a:sym typeface="Inter"/>
              </a:defRPr>
            </a:lvl4pPr>
            <a:lvl5pPr lvl="4" algn="ctr">
              <a:spcBef>
                <a:spcPts val="0"/>
              </a:spcBef>
              <a:spcAft>
                <a:spcPts val="0"/>
              </a:spcAft>
              <a:buClr>
                <a:schemeClr val="lt1"/>
              </a:buClr>
              <a:buSzPts val="1500"/>
              <a:buFont typeface="Inter"/>
              <a:buChar char="○"/>
              <a:defRPr sz="1500">
                <a:latin typeface="Inter"/>
                <a:ea typeface="Inter"/>
                <a:cs typeface="Inter"/>
                <a:sym typeface="Inter"/>
              </a:defRPr>
            </a:lvl5pPr>
            <a:lvl6pPr lvl="5" algn="ctr">
              <a:spcBef>
                <a:spcPts val="0"/>
              </a:spcBef>
              <a:spcAft>
                <a:spcPts val="0"/>
              </a:spcAft>
              <a:buClr>
                <a:schemeClr val="lt1"/>
              </a:buClr>
              <a:buSzPts val="1500"/>
              <a:buFont typeface="Inter"/>
              <a:buChar char="■"/>
              <a:defRPr sz="1500">
                <a:latin typeface="Inter"/>
                <a:ea typeface="Inter"/>
                <a:cs typeface="Inter"/>
                <a:sym typeface="Inter"/>
              </a:defRPr>
            </a:lvl6pPr>
            <a:lvl7pPr lvl="6" algn="ctr">
              <a:spcBef>
                <a:spcPts val="0"/>
              </a:spcBef>
              <a:spcAft>
                <a:spcPts val="0"/>
              </a:spcAft>
              <a:buClr>
                <a:schemeClr val="lt1"/>
              </a:buClr>
              <a:buSzPts val="1500"/>
              <a:buFont typeface="Inter"/>
              <a:buChar char="●"/>
              <a:defRPr sz="1500">
                <a:latin typeface="Inter"/>
                <a:ea typeface="Inter"/>
                <a:cs typeface="Inter"/>
                <a:sym typeface="Inter"/>
              </a:defRPr>
            </a:lvl7pPr>
            <a:lvl8pPr lvl="7" algn="ctr">
              <a:spcBef>
                <a:spcPts val="0"/>
              </a:spcBef>
              <a:spcAft>
                <a:spcPts val="0"/>
              </a:spcAft>
              <a:buClr>
                <a:schemeClr val="lt1"/>
              </a:buClr>
              <a:buSzPts val="1500"/>
              <a:buFont typeface="Inter"/>
              <a:buChar char="○"/>
              <a:defRPr sz="1500">
                <a:latin typeface="Inter"/>
                <a:ea typeface="Inter"/>
                <a:cs typeface="Inter"/>
                <a:sym typeface="Inter"/>
              </a:defRPr>
            </a:lvl8pPr>
            <a:lvl9pPr lvl="8" algn="ctr">
              <a:spcBef>
                <a:spcPts val="0"/>
              </a:spcBef>
              <a:spcAft>
                <a:spcPts val="0"/>
              </a:spcAft>
              <a:buClr>
                <a:schemeClr val="lt1"/>
              </a:buClr>
              <a:buSzPts val="1500"/>
              <a:buFont typeface="Inter"/>
              <a:buChar char="■"/>
              <a:defRPr sz="1500">
                <a:latin typeface="Inter"/>
                <a:ea typeface="Inter"/>
                <a:cs typeface="Inter"/>
                <a:sym typeface="Inter"/>
              </a:defRPr>
            </a:lvl9pPr>
          </a:lstStyle>
          <a:p/>
        </p:txBody>
      </p:sp>
      <p:sp>
        <p:nvSpPr>
          <p:cNvPr id="453" name="Google Shape;453;p32"/>
          <p:cNvSpPr txBox="1"/>
          <p:nvPr>
            <p:ph idx="2" type="title"/>
          </p:nvPr>
        </p:nvSpPr>
        <p:spPr>
          <a:xfrm>
            <a:off x="5481500" y="13091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4" name="Google Shape;454;p32"/>
          <p:cNvSpPr txBox="1"/>
          <p:nvPr>
            <p:ph idx="3" type="title"/>
          </p:nvPr>
        </p:nvSpPr>
        <p:spPr>
          <a:xfrm>
            <a:off x="5481500" y="32248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2pPr>
            <a:lvl3pPr lvl="2"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3pPr>
            <a:lvl4pPr lvl="3"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4pPr>
            <a:lvl5pPr lvl="4"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5pPr>
            <a:lvl6pPr lvl="5"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6pPr>
            <a:lvl7pPr lvl="6"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7pPr>
            <a:lvl8pPr lvl="7"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8pPr>
            <a:lvl9pPr lvl="8"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9pPr>
          </a:lstStyle>
          <a:p/>
        </p:txBody>
      </p:sp>
      <p:sp>
        <p:nvSpPr>
          <p:cNvPr id="455" name="Google Shape;455;p32"/>
          <p:cNvSpPr txBox="1"/>
          <p:nvPr>
            <p:ph idx="4" type="title"/>
          </p:nvPr>
        </p:nvSpPr>
        <p:spPr>
          <a:xfrm>
            <a:off x="5481500" y="2596100"/>
            <a:ext cx="498300" cy="629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6" name="Google Shape;456;p32"/>
          <p:cNvSpPr txBox="1"/>
          <p:nvPr>
            <p:ph idx="5" type="title"/>
          </p:nvPr>
        </p:nvSpPr>
        <p:spPr>
          <a:xfrm>
            <a:off x="5481500" y="1949300"/>
            <a:ext cx="498300" cy="646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7" name="Google Shape;457;p32"/>
          <p:cNvSpPr txBox="1"/>
          <p:nvPr>
            <p:ph idx="6" type="title"/>
          </p:nvPr>
        </p:nvSpPr>
        <p:spPr>
          <a:xfrm>
            <a:off x="5481475" y="4504275"/>
            <a:ext cx="498300" cy="643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58" name="Google Shape;458;p32"/>
          <p:cNvSpPr txBox="1"/>
          <p:nvPr>
            <p:ph idx="1" type="body"/>
          </p:nvPr>
        </p:nvSpPr>
        <p:spPr>
          <a:xfrm>
            <a:off x="2187950" y="1307550"/>
            <a:ext cx="3181200" cy="12885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59" name="Google Shape;459;p32"/>
          <p:cNvSpPr txBox="1"/>
          <p:nvPr>
            <p:ph idx="7" type="body"/>
          </p:nvPr>
        </p:nvSpPr>
        <p:spPr>
          <a:xfrm>
            <a:off x="2187950" y="3864550"/>
            <a:ext cx="3181200" cy="12792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460" name="Google Shape;460;p32"/>
          <p:cNvSpPr txBox="1"/>
          <p:nvPr>
            <p:ph idx="8" type="body"/>
          </p:nvPr>
        </p:nvSpPr>
        <p:spPr>
          <a:xfrm>
            <a:off x="2187950" y="2596100"/>
            <a:ext cx="3181200" cy="12687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cxnSp>
        <p:nvCxnSpPr>
          <p:cNvPr id="461" name="Google Shape;461;p32"/>
          <p:cNvCxnSpPr/>
          <p:nvPr/>
        </p:nvCxnSpPr>
        <p:spPr>
          <a:xfrm rot="10800000">
            <a:off x="520175" y="1307575"/>
            <a:ext cx="8624100" cy="0"/>
          </a:xfrm>
          <a:prstGeom prst="straightConnector1">
            <a:avLst/>
          </a:prstGeom>
          <a:noFill/>
          <a:ln cap="flat" cmpd="sng" w="9525">
            <a:solidFill>
              <a:schemeClr val="lt1"/>
            </a:solidFill>
            <a:prstDash val="solid"/>
            <a:round/>
            <a:headEnd len="sm" w="sm" type="none"/>
            <a:tailEnd len="sm" w="sm" type="none"/>
          </a:ln>
        </p:spPr>
      </p:cxnSp>
      <p:sp>
        <p:nvSpPr>
          <p:cNvPr id="462" name="Google Shape;462;p32"/>
          <p:cNvSpPr txBox="1"/>
          <p:nvPr>
            <p:ph idx="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None/>
              <a:defRPr sz="800"/>
            </a:lvl1pPr>
            <a:lvl2pPr lvl="1">
              <a:spcBef>
                <a:spcPts val="0"/>
              </a:spcBef>
              <a:spcAft>
                <a:spcPts val="0"/>
              </a:spcAft>
              <a:buClr>
                <a:schemeClr val="lt1"/>
              </a:buClr>
              <a:buSzPts val="800"/>
              <a:buNone/>
              <a:defRPr sz="800"/>
            </a:lvl2pPr>
            <a:lvl3pPr lvl="2">
              <a:spcBef>
                <a:spcPts val="0"/>
              </a:spcBef>
              <a:spcAft>
                <a:spcPts val="0"/>
              </a:spcAft>
              <a:buClr>
                <a:schemeClr val="lt1"/>
              </a:buClr>
              <a:buSzPts val="800"/>
              <a:buNone/>
              <a:defRPr sz="800"/>
            </a:lvl3pPr>
            <a:lvl4pPr lvl="3">
              <a:spcBef>
                <a:spcPts val="0"/>
              </a:spcBef>
              <a:spcAft>
                <a:spcPts val="0"/>
              </a:spcAft>
              <a:buClr>
                <a:schemeClr val="lt1"/>
              </a:buClr>
              <a:buSzPts val="800"/>
              <a:buNone/>
              <a:defRPr sz="800"/>
            </a:lvl4pPr>
            <a:lvl5pPr lvl="4">
              <a:spcBef>
                <a:spcPts val="0"/>
              </a:spcBef>
              <a:spcAft>
                <a:spcPts val="0"/>
              </a:spcAft>
              <a:buClr>
                <a:schemeClr val="lt1"/>
              </a:buClr>
              <a:buSzPts val="800"/>
              <a:buNone/>
              <a:defRPr sz="800"/>
            </a:lvl5pPr>
            <a:lvl6pPr lvl="5">
              <a:spcBef>
                <a:spcPts val="0"/>
              </a:spcBef>
              <a:spcAft>
                <a:spcPts val="0"/>
              </a:spcAft>
              <a:buClr>
                <a:schemeClr val="lt1"/>
              </a:buClr>
              <a:buSzPts val="800"/>
              <a:buNone/>
              <a:defRPr sz="800"/>
            </a:lvl6pPr>
            <a:lvl7pPr lvl="6">
              <a:spcBef>
                <a:spcPts val="0"/>
              </a:spcBef>
              <a:spcAft>
                <a:spcPts val="0"/>
              </a:spcAft>
              <a:buClr>
                <a:schemeClr val="lt1"/>
              </a:buClr>
              <a:buSzPts val="800"/>
              <a:buNone/>
              <a:defRPr sz="800"/>
            </a:lvl7pPr>
            <a:lvl8pPr lvl="7">
              <a:spcBef>
                <a:spcPts val="0"/>
              </a:spcBef>
              <a:spcAft>
                <a:spcPts val="0"/>
              </a:spcAft>
              <a:buClr>
                <a:schemeClr val="lt1"/>
              </a:buClr>
              <a:buSzPts val="800"/>
              <a:buNone/>
              <a:defRPr sz="800"/>
            </a:lvl8pPr>
            <a:lvl9pPr lvl="8">
              <a:spcBef>
                <a:spcPts val="0"/>
              </a:spcBef>
              <a:spcAft>
                <a:spcPts val="0"/>
              </a:spcAft>
              <a:buClr>
                <a:schemeClr val="lt1"/>
              </a:buClr>
              <a:buSzPts val="800"/>
              <a:buNone/>
              <a:defRPr sz="800"/>
            </a:lvl9pPr>
          </a:lstStyle>
          <a:p/>
        </p:txBody>
      </p:sp>
      <p:sp>
        <p:nvSpPr>
          <p:cNvPr id="463" name="Google Shape;463;p32"/>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sp>
        <p:nvSpPr>
          <p:cNvPr id="464" name="Google Shape;464;p32"/>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cxnSp>
        <p:nvCxnSpPr>
          <p:cNvPr id="465" name="Google Shape;465;p3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66" name="Google Shape;466;p3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7" name="Google Shape;467;p3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68" name="Google Shape;468;p32"/>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469" name="Google Shape;469;p32"/>
          <p:cNvSpPr txBox="1"/>
          <p:nvPr>
            <p:ph idx="16" type="title"/>
          </p:nvPr>
        </p:nvSpPr>
        <p:spPr>
          <a:xfrm>
            <a:off x="521275" y="1307500"/>
            <a:ext cx="1666500" cy="12885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70" name="Google Shape;470;p32"/>
          <p:cNvSpPr txBox="1"/>
          <p:nvPr>
            <p:ph idx="17" type="title"/>
          </p:nvPr>
        </p:nvSpPr>
        <p:spPr>
          <a:xfrm>
            <a:off x="521275" y="2595800"/>
            <a:ext cx="1666500" cy="12687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71" name="Google Shape;471;p32"/>
          <p:cNvSpPr txBox="1"/>
          <p:nvPr>
            <p:ph idx="18" type="title"/>
          </p:nvPr>
        </p:nvSpPr>
        <p:spPr>
          <a:xfrm>
            <a:off x="521275" y="3866800"/>
            <a:ext cx="1666500" cy="12768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72" name="Google Shape;472;p32"/>
          <p:cNvSpPr txBox="1"/>
          <p:nvPr>
            <p:ph idx="19" type="subTitle"/>
          </p:nvPr>
        </p:nvSpPr>
        <p:spPr>
          <a:xfrm>
            <a:off x="6092100" y="1950763"/>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3" name="Google Shape;473;p32"/>
          <p:cNvSpPr txBox="1"/>
          <p:nvPr>
            <p:ph idx="20" type="subTitle"/>
          </p:nvPr>
        </p:nvSpPr>
        <p:spPr>
          <a:xfrm>
            <a:off x="6092100" y="2595825"/>
            <a:ext cx="2942100" cy="629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4" name="Google Shape;474;p32"/>
          <p:cNvSpPr txBox="1"/>
          <p:nvPr>
            <p:ph idx="21" type="subTitle"/>
          </p:nvPr>
        </p:nvSpPr>
        <p:spPr>
          <a:xfrm>
            <a:off x="6092100" y="3225925"/>
            <a:ext cx="2942100" cy="638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5" name="Google Shape;475;p32"/>
          <p:cNvSpPr txBox="1"/>
          <p:nvPr>
            <p:ph idx="22" type="subTitle"/>
          </p:nvPr>
        </p:nvSpPr>
        <p:spPr>
          <a:xfrm>
            <a:off x="6092100" y="3863525"/>
            <a:ext cx="2942100" cy="6366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6" name="Google Shape;476;p32"/>
          <p:cNvSpPr txBox="1"/>
          <p:nvPr>
            <p:ph idx="23" type="subTitle"/>
          </p:nvPr>
        </p:nvSpPr>
        <p:spPr>
          <a:xfrm>
            <a:off x="6092100" y="4498790"/>
            <a:ext cx="2942100" cy="643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77" name="Google Shape;477;p32"/>
          <p:cNvSpPr txBox="1"/>
          <p:nvPr>
            <p:ph idx="24" type="subTitle"/>
          </p:nvPr>
        </p:nvSpPr>
        <p:spPr>
          <a:xfrm>
            <a:off x="6092100" y="1305550"/>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p:cSld name="CUSTOM_7">
    <p:bg>
      <p:bgPr>
        <a:solidFill>
          <a:schemeClr val="lt2"/>
        </a:solidFill>
      </p:bgPr>
    </p:bg>
    <p:spTree>
      <p:nvGrpSpPr>
        <p:cNvPr id="478" name="Shape 478"/>
        <p:cNvGrpSpPr/>
        <p:nvPr/>
      </p:nvGrpSpPr>
      <p:grpSpPr>
        <a:xfrm>
          <a:off x="0" y="0"/>
          <a:ext cx="0" cy="0"/>
          <a:chOff x="0" y="0"/>
          <a:chExt cx="0" cy="0"/>
        </a:xfrm>
      </p:grpSpPr>
      <p:sp>
        <p:nvSpPr>
          <p:cNvPr id="479" name="Google Shape;479;p33"/>
          <p:cNvSpPr txBox="1"/>
          <p:nvPr>
            <p:ph idx="1" type="body"/>
          </p:nvPr>
        </p:nvSpPr>
        <p:spPr>
          <a:xfrm>
            <a:off x="523425" y="3593825"/>
            <a:ext cx="17844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80" name="Google Shape;480;p33"/>
          <p:cNvSpPr txBox="1"/>
          <p:nvPr>
            <p:ph type="title"/>
          </p:nvPr>
        </p:nvSpPr>
        <p:spPr>
          <a:xfrm>
            <a:off x="521250" y="3244950"/>
            <a:ext cx="1786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1" name="Google Shape;481;p33"/>
          <p:cNvSpPr txBox="1"/>
          <p:nvPr>
            <p:ph idx="2" type="body"/>
          </p:nvPr>
        </p:nvSpPr>
        <p:spPr>
          <a:xfrm>
            <a:off x="2679589" y="3593825"/>
            <a:ext cx="19791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482" name="Google Shape;482;p33"/>
          <p:cNvSpPr txBox="1"/>
          <p:nvPr>
            <p:ph idx="3" type="title"/>
          </p:nvPr>
        </p:nvSpPr>
        <p:spPr>
          <a:xfrm>
            <a:off x="2677176" y="3244950"/>
            <a:ext cx="1981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3" name="Google Shape;483;p33"/>
          <p:cNvSpPr txBox="1"/>
          <p:nvPr>
            <p:ph idx="4" type="body"/>
          </p:nvPr>
        </p:nvSpPr>
        <p:spPr>
          <a:xfrm>
            <a:off x="4834747" y="3593825"/>
            <a:ext cx="17823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84" name="Google Shape;484;p33"/>
          <p:cNvSpPr txBox="1"/>
          <p:nvPr>
            <p:ph idx="5" type="title"/>
          </p:nvPr>
        </p:nvSpPr>
        <p:spPr>
          <a:xfrm>
            <a:off x="4832575" y="3244950"/>
            <a:ext cx="17844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5" name="Google Shape;485;p33"/>
          <p:cNvSpPr txBox="1"/>
          <p:nvPr>
            <p:ph idx="6" type="body"/>
          </p:nvPr>
        </p:nvSpPr>
        <p:spPr>
          <a:xfrm>
            <a:off x="6991393" y="3593825"/>
            <a:ext cx="17787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86" name="Google Shape;486;p33"/>
          <p:cNvSpPr txBox="1"/>
          <p:nvPr>
            <p:ph idx="7" type="title"/>
          </p:nvPr>
        </p:nvSpPr>
        <p:spPr>
          <a:xfrm>
            <a:off x="6989225" y="3244950"/>
            <a:ext cx="17808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87" name="Google Shape;487;p33"/>
          <p:cNvSpPr txBox="1"/>
          <p:nvPr>
            <p:ph idx="8" type="title"/>
          </p:nvPr>
        </p:nvSpPr>
        <p:spPr>
          <a:xfrm>
            <a:off x="1237363"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88" name="Google Shape;488;p33"/>
          <p:cNvSpPr txBox="1"/>
          <p:nvPr>
            <p:ph idx="9" type="title"/>
          </p:nvPr>
        </p:nvSpPr>
        <p:spPr>
          <a:xfrm>
            <a:off x="160238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9" name="Google Shape;489;p33"/>
          <p:cNvSpPr txBox="1"/>
          <p:nvPr>
            <p:ph idx="13" type="title"/>
          </p:nvPr>
        </p:nvSpPr>
        <p:spPr>
          <a:xfrm>
            <a:off x="591443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0" name="Google Shape;490;p33"/>
          <p:cNvSpPr txBox="1"/>
          <p:nvPr>
            <p:ph idx="14" type="title"/>
          </p:nvPr>
        </p:nvSpPr>
        <p:spPr>
          <a:xfrm>
            <a:off x="5201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1" name="Google Shape;491;p33"/>
          <p:cNvSpPr txBox="1"/>
          <p:nvPr>
            <p:ph idx="15" type="title"/>
          </p:nvPr>
        </p:nvSpPr>
        <p:spPr>
          <a:xfrm>
            <a:off x="1953575"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2" name="Google Shape;492;p33"/>
          <p:cNvSpPr txBox="1"/>
          <p:nvPr>
            <p:ph idx="16" type="title"/>
          </p:nvPr>
        </p:nvSpPr>
        <p:spPr>
          <a:xfrm>
            <a:off x="2677225" y="1756250"/>
            <a:ext cx="7095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3" name="Google Shape;493;p33"/>
          <p:cNvSpPr txBox="1"/>
          <p:nvPr>
            <p:ph idx="17" type="title"/>
          </p:nvPr>
        </p:nvSpPr>
        <p:spPr>
          <a:xfrm>
            <a:off x="33866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4" name="Google Shape;494;p33"/>
          <p:cNvSpPr txBox="1"/>
          <p:nvPr>
            <p:ph idx="18" type="title"/>
          </p:nvPr>
        </p:nvSpPr>
        <p:spPr>
          <a:xfrm>
            <a:off x="4833800"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5" name="Google Shape;495;p33"/>
          <p:cNvSpPr txBox="1"/>
          <p:nvPr>
            <p:ph idx="19" type="title"/>
          </p:nvPr>
        </p:nvSpPr>
        <p:spPr>
          <a:xfrm>
            <a:off x="55499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6" name="Google Shape;496;p33"/>
          <p:cNvSpPr txBox="1"/>
          <p:nvPr>
            <p:ph idx="20" type="title"/>
          </p:nvPr>
        </p:nvSpPr>
        <p:spPr>
          <a:xfrm>
            <a:off x="6265650"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7" name="Google Shape;497;p33"/>
          <p:cNvSpPr txBox="1"/>
          <p:nvPr>
            <p:ph idx="21" type="title"/>
          </p:nvPr>
        </p:nvSpPr>
        <p:spPr>
          <a:xfrm>
            <a:off x="6989250" y="1756250"/>
            <a:ext cx="710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8" name="Google Shape;498;p33"/>
          <p:cNvSpPr txBox="1"/>
          <p:nvPr>
            <p:ph idx="22" type="title"/>
          </p:nvPr>
        </p:nvSpPr>
        <p:spPr>
          <a:xfrm>
            <a:off x="76998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99" name="Google Shape;499;p33"/>
          <p:cNvSpPr txBox="1"/>
          <p:nvPr>
            <p:ph idx="23" type="title"/>
          </p:nvPr>
        </p:nvSpPr>
        <p:spPr>
          <a:xfrm>
            <a:off x="8416525" y="1756250"/>
            <a:ext cx="7284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500" name="Google Shape;500;p33"/>
          <p:cNvSpPr txBox="1"/>
          <p:nvPr>
            <p:ph idx="2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01" name="Google Shape;501;p33"/>
          <p:cNvSpPr txBox="1"/>
          <p:nvPr>
            <p:ph idx="25"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502" name="Google Shape;502;p33"/>
          <p:cNvSpPr txBox="1"/>
          <p:nvPr>
            <p:ph idx="26"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503" name="Google Shape;503;p3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504" name="Google Shape;504;p3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05" name="Google Shape;505;p3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06" name="Google Shape;506;p33"/>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507" name="Google Shape;507;p33"/>
          <p:cNvSpPr txBox="1"/>
          <p:nvPr>
            <p:ph idx="2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508" name="Google Shape;508;p33"/>
          <p:cNvSpPr txBox="1"/>
          <p:nvPr>
            <p:ph idx="2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09" name="Google Shape;509;p33"/>
          <p:cNvSpPr txBox="1"/>
          <p:nvPr>
            <p:ph idx="29" type="title"/>
          </p:nvPr>
        </p:nvSpPr>
        <p:spPr>
          <a:xfrm>
            <a:off x="3760713"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0" name="Google Shape;510;p33"/>
          <p:cNvSpPr txBox="1"/>
          <p:nvPr>
            <p:ph idx="30" type="title"/>
          </p:nvPr>
        </p:nvSpPr>
        <p:spPr>
          <a:xfrm>
            <a:off x="4103475" y="1756250"/>
            <a:ext cx="7311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 ALT 2">
  <p:cSld name="CUSTOM_7_1">
    <p:bg>
      <p:bgPr>
        <a:solidFill>
          <a:schemeClr val="lt2"/>
        </a:solidFill>
      </p:bgPr>
    </p:bg>
    <p:spTree>
      <p:nvGrpSpPr>
        <p:cNvPr id="511" name="Shape 511"/>
        <p:cNvGrpSpPr/>
        <p:nvPr/>
      </p:nvGrpSpPr>
      <p:grpSpPr>
        <a:xfrm>
          <a:off x="0" y="0"/>
          <a:ext cx="0" cy="0"/>
          <a:chOff x="0" y="0"/>
          <a:chExt cx="0" cy="0"/>
        </a:xfrm>
      </p:grpSpPr>
      <p:sp>
        <p:nvSpPr>
          <p:cNvPr id="512" name="Google Shape;512;p34"/>
          <p:cNvSpPr txBox="1"/>
          <p:nvPr>
            <p:ph type="title"/>
          </p:nvPr>
        </p:nvSpPr>
        <p:spPr>
          <a:xfrm>
            <a:off x="77187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3" name="Google Shape;513;p34"/>
          <p:cNvSpPr txBox="1"/>
          <p:nvPr>
            <p:ph idx="2" type="title"/>
          </p:nvPr>
        </p:nvSpPr>
        <p:spPr>
          <a:xfrm>
            <a:off x="843315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4" name="Google Shape;514;p34"/>
          <p:cNvSpPr txBox="1"/>
          <p:nvPr>
            <p:ph idx="3" type="title"/>
          </p:nvPr>
        </p:nvSpPr>
        <p:spPr>
          <a:xfrm>
            <a:off x="4860825"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5" name="Google Shape;515;p34"/>
          <p:cNvSpPr txBox="1"/>
          <p:nvPr>
            <p:ph idx="4" type="title"/>
          </p:nvPr>
        </p:nvSpPr>
        <p:spPr>
          <a:xfrm>
            <a:off x="55752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6" name="Google Shape;516;p34"/>
          <p:cNvSpPr txBox="1"/>
          <p:nvPr>
            <p:ph idx="5" type="title"/>
          </p:nvPr>
        </p:nvSpPr>
        <p:spPr>
          <a:xfrm>
            <a:off x="628968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7" name="Google Shape;517;p34"/>
          <p:cNvSpPr txBox="1"/>
          <p:nvPr>
            <p:ph idx="6" type="title"/>
          </p:nvPr>
        </p:nvSpPr>
        <p:spPr>
          <a:xfrm>
            <a:off x="700410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518" name="Google Shape;518;p34"/>
          <p:cNvSpPr txBox="1"/>
          <p:nvPr>
            <p:ph idx="7" type="title"/>
          </p:nvPr>
        </p:nvSpPr>
        <p:spPr>
          <a:xfrm>
            <a:off x="2709475" y="1307850"/>
            <a:ext cx="806700" cy="4377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519" name="Google Shape;519;p34"/>
          <p:cNvSpPr txBox="1"/>
          <p:nvPr>
            <p:ph idx="8" type="title"/>
          </p:nvPr>
        </p:nvSpPr>
        <p:spPr>
          <a:xfrm>
            <a:off x="3516175" y="1307575"/>
            <a:ext cx="1344600" cy="4380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520" name="Google Shape;520;p3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21" name="Google Shape;521;p34"/>
          <p:cNvSpPr txBox="1"/>
          <p:nvPr>
            <p:ph idx="9"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522" name="Google Shape;522;p34"/>
          <p:cNvSpPr txBox="1"/>
          <p:nvPr>
            <p:ph idx="13"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523" name="Google Shape;523;p3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524" name="Google Shape;524;p3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25" name="Google Shape;525;p3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526" name="Google Shape;526;p34"/>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527" name="Google Shape;527;p34"/>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28" name="Google Shape;528;p34"/>
          <p:cNvSpPr/>
          <p:nvPr/>
        </p:nvSpPr>
        <p:spPr>
          <a:xfrm rot="-5400000">
            <a:off x="1615375" y="2839725"/>
            <a:ext cx="2994900" cy="8067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529" name="Google Shape;529;p34"/>
          <p:cNvSpPr/>
          <p:nvPr>
            <p:ph idx="16" type="pic"/>
          </p:nvPr>
        </p:nvSpPr>
        <p:spPr>
          <a:xfrm>
            <a:off x="2874250" y="1809100"/>
            <a:ext cx="205200" cy="205200"/>
          </a:xfrm>
          <a:prstGeom prst="ellipse">
            <a:avLst/>
          </a:prstGeom>
          <a:noFill/>
          <a:ln>
            <a:noFill/>
          </a:ln>
        </p:spPr>
      </p:sp>
      <p:sp>
        <p:nvSpPr>
          <p:cNvPr id="530" name="Google Shape;530;p34"/>
          <p:cNvSpPr txBox="1"/>
          <p:nvPr>
            <p:ph idx="17" type="title"/>
          </p:nvPr>
        </p:nvSpPr>
        <p:spPr>
          <a:xfrm>
            <a:off x="521250" y="17457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531" name="Google Shape;531;p34"/>
          <p:cNvSpPr txBox="1"/>
          <p:nvPr>
            <p:ph idx="18" type="title"/>
          </p:nvPr>
        </p:nvSpPr>
        <p:spPr>
          <a:xfrm>
            <a:off x="521250" y="2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2" name="Google Shape;532;p34"/>
          <p:cNvSpPr txBox="1"/>
          <p:nvPr>
            <p:ph idx="19" type="title"/>
          </p:nvPr>
        </p:nvSpPr>
        <p:spPr>
          <a:xfrm>
            <a:off x="521250" y="24113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3" name="Google Shape;533;p34"/>
          <p:cNvSpPr txBox="1"/>
          <p:nvPr>
            <p:ph idx="20" type="title"/>
          </p:nvPr>
        </p:nvSpPr>
        <p:spPr>
          <a:xfrm>
            <a:off x="521250" y="27441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4" name="Google Shape;534;p34"/>
          <p:cNvSpPr txBox="1"/>
          <p:nvPr>
            <p:ph idx="21" type="title"/>
          </p:nvPr>
        </p:nvSpPr>
        <p:spPr>
          <a:xfrm>
            <a:off x="521250" y="3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535" name="Google Shape;535;p34"/>
          <p:cNvSpPr txBox="1"/>
          <p:nvPr>
            <p:ph idx="22" type="title"/>
          </p:nvPr>
        </p:nvSpPr>
        <p:spPr>
          <a:xfrm>
            <a:off x="521250" y="34097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6" name="Google Shape;536;p34"/>
          <p:cNvSpPr txBox="1"/>
          <p:nvPr>
            <p:ph idx="23" type="title"/>
          </p:nvPr>
        </p:nvSpPr>
        <p:spPr>
          <a:xfrm>
            <a:off x="521250" y="37425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7" name="Google Shape;537;p34"/>
          <p:cNvSpPr txBox="1"/>
          <p:nvPr>
            <p:ph idx="24" type="title"/>
          </p:nvPr>
        </p:nvSpPr>
        <p:spPr>
          <a:xfrm>
            <a:off x="521250" y="40753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538" name="Google Shape;538;p34"/>
          <p:cNvSpPr txBox="1"/>
          <p:nvPr>
            <p:ph idx="25" type="title"/>
          </p:nvPr>
        </p:nvSpPr>
        <p:spPr>
          <a:xfrm>
            <a:off x="521250" y="44081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539" name="Google Shape;539;p34"/>
          <p:cNvSpPr/>
          <p:nvPr>
            <p:ph idx="26" type="pic"/>
          </p:nvPr>
        </p:nvSpPr>
        <p:spPr>
          <a:xfrm>
            <a:off x="3146200" y="1809100"/>
            <a:ext cx="205200" cy="205200"/>
          </a:xfrm>
          <a:prstGeom prst="ellipse">
            <a:avLst/>
          </a:prstGeom>
          <a:noFill/>
          <a:ln>
            <a:noFill/>
          </a:ln>
        </p:spPr>
      </p:sp>
      <p:sp>
        <p:nvSpPr>
          <p:cNvPr id="540" name="Google Shape;540;p34"/>
          <p:cNvSpPr/>
          <p:nvPr>
            <p:ph idx="27" type="pic"/>
          </p:nvPr>
        </p:nvSpPr>
        <p:spPr>
          <a:xfrm>
            <a:off x="2874250" y="2139875"/>
            <a:ext cx="205200" cy="205200"/>
          </a:xfrm>
          <a:prstGeom prst="ellipse">
            <a:avLst/>
          </a:prstGeom>
          <a:noFill/>
          <a:ln>
            <a:noFill/>
          </a:ln>
        </p:spPr>
      </p:sp>
      <p:sp>
        <p:nvSpPr>
          <p:cNvPr id="541" name="Google Shape;541;p34"/>
          <p:cNvSpPr/>
          <p:nvPr>
            <p:ph idx="28" type="pic"/>
          </p:nvPr>
        </p:nvSpPr>
        <p:spPr>
          <a:xfrm>
            <a:off x="3146200" y="2139875"/>
            <a:ext cx="205200" cy="205200"/>
          </a:xfrm>
          <a:prstGeom prst="ellipse">
            <a:avLst/>
          </a:prstGeom>
          <a:noFill/>
          <a:ln>
            <a:noFill/>
          </a:ln>
        </p:spPr>
      </p:sp>
      <p:sp>
        <p:nvSpPr>
          <p:cNvPr id="542" name="Google Shape;542;p34"/>
          <p:cNvSpPr/>
          <p:nvPr>
            <p:ph idx="29" type="pic"/>
          </p:nvPr>
        </p:nvSpPr>
        <p:spPr>
          <a:xfrm>
            <a:off x="2874250" y="2470650"/>
            <a:ext cx="205200" cy="205200"/>
          </a:xfrm>
          <a:prstGeom prst="ellipse">
            <a:avLst/>
          </a:prstGeom>
          <a:noFill/>
          <a:ln>
            <a:noFill/>
          </a:ln>
        </p:spPr>
      </p:sp>
      <p:sp>
        <p:nvSpPr>
          <p:cNvPr id="543" name="Google Shape;543;p34"/>
          <p:cNvSpPr/>
          <p:nvPr>
            <p:ph idx="30" type="pic"/>
          </p:nvPr>
        </p:nvSpPr>
        <p:spPr>
          <a:xfrm>
            <a:off x="2874250" y="2785775"/>
            <a:ext cx="205200" cy="205200"/>
          </a:xfrm>
          <a:prstGeom prst="ellipse">
            <a:avLst/>
          </a:prstGeom>
          <a:noFill/>
          <a:ln>
            <a:noFill/>
          </a:ln>
        </p:spPr>
      </p:sp>
      <p:sp>
        <p:nvSpPr>
          <p:cNvPr id="544" name="Google Shape;544;p34"/>
          <p:cNvSpPr/>
          <p:nvPr>
            <p:ph idx="31" type="pic"/>
          </p:nvPr>
        </p:nvSpPr>
        <p:spPr>
          <a:xfrm>
            <a:off x="2874250" y="3140725"/>
            <a:ext cx="205200" cy="205200"/>
          </a:xfrm>
          <a:prstGeom prst="ellipse">
            <a:avLst/>
          </a:prstGeom>
          <a:noFill/>
          <a:ln>
            <a:noFill/>
          </a:ln>
        </p:spPr>
      </p:sp>
      <p:sp>
        <p:nvSpPr>
          <p:cNvPr id="545" name="Google Shape;545;p34"/>
          <p:cNvSpPr/>
          <p:nvPr>
            <p:ph idx="32" type="pic"/>
          </p:nvPr>
        </p:nvSpPr>
        <p:spPr>
          <a:xfrm>
            <a:off x="3146200" y="3140725"/>
            <a:ext cx="205200" cy="205200"/>
          </a:xfrm>
          <a:prstGeom prst="ellipse">
            <a:avLst/>
          </a:prstGeom>
          <a:noFill/>
          <a:ln>
            <a:noFill/>
          </a:ln>
        </p:spPr>
      </p:sp>
      <p:sp>
        <p:nvSpPr>
          <p:cNvPr id="546" name="Google Shape;546;p34"/>
          <p:cNvSpPr/>
          <p:nvPr>
            <p:ph idx="33" type="pic"/>
          </p:nvPr>
        </p:nvSpPr>
        <p:spPr>
          <a:xfrm>
            <a:off x="2874250" y="3468663"/>
            <a:ext cx="205200" cy="205200"/>
          </a:xfrm>
          <a:prstGeom prst="ellipse">
            <a:avLst/>
          </a:prstGeom>
          <a:noFill/>
          <a:ln>
            <a:noFill/>
          </a:ln>
        </p:spPr>
      </p:sp>
      <p:sp>
        <p:nvSpPr>
          <p:cNvPr id="547" name="Google Shape;547;p34"/>
          <p:cNvSpPr/>
          <p:nvPr>
            <p:ph idx="34" type="pic"/>
          </p:nvPr>
        </p:nvSpPr>
        <p:spPr>
          <a:xfrm>
            <a:off x="2874250" y="3806350"/>
            <a:ext cx="205200" cy="205200"/>
          </a:xfrm>
          <a:prstGeom prst="ellipse">
            <a:avLst/>
          </a:prstGeom>
          <a:noFill/>
          <a:ln>
            <a:noFill/>
          </a:ln>
        </p:spPr>
      </p:sp>
      <p:sp>
        <p:nvSpPr>
          <p:cNvPr id="548" name="Google Shape;548;p34"/>
          <p:cNvSpPr/>
          <p:nvPr>
            <p:ph idx="35" type="pic"/>
          </p:nvPr>
        </p:nvSpPr>
        <p:spPr>
          <a:xfrm>
            <a:off x="3146200" y="3806350"/>
            <a:ext cx="205200" cy="205200"/>
          </a:xfrm>
          <a:prstGeom prst="ellipse">
            <a:avLst/>
          </a:prstGeom>
          <a:noFill/>
          <a:ln>
            <a:noFill/>
          </a:ln>
        </p:spPr>
      </p:sp>
      <p:sp>
        <p:nvSpPr>
          <p:cNvPr id="549" name="Google Shape;549;p34"/>
          <p:cNvSpPr/>
          <p:nvPr>
            <p:ph idx="36" type="pic"/>
          </p:nvPr>
        </p:nvSpPr>
        <p:spPr>
          <a:xfrm>
            <a:off x="2874250" y="4134025"/>
            <a:ext cx="205200" cy="205200"/>
          </a:xfrm>
          <a:prstGeom prst="ellipse">
            <a:avLst/>
          </a:prstGeom>
          <a:noFill/>
          <a:ln>
            <a:noFill/>
          </a:ln>
        </p:spPr>
      </p:sp>
      <p:sp>
        <p:nvSpPr>
          <p:cNvPr id="550" name="Google Shape;550;p34"/>
          <p:cNvSpPr/>
          <p:nvPr>
            <p:ph idx="37" type="pic"/>
          </p:nvPr>
        </p:nvSpPr>
        <p:spPr>
          <a:xfrm>
            <a:off x="2874250" y="4471963"/>
            <a:ext cx="205200" cy="2052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3">
  <p:cSld name="BLANK_1_1_1_1_1_1_1_1_1_1_1_2_1">
    <p:bg>
      <p:bgPr>
        <a:solidFill>
          <a:schemeClr val="dk2"/>
        </a:solidFill>
      </p:bgPr>
    </p:bg>
    <p:spTree>
      <p:nvGrpSpPr>
        <p:cNvPr id="551" name="Shape 551"/>
        <p:cNvGrpSpPr/>
        <p:nvPr/>
      </p:nvGrpSpPr>
      <p:grpSpPr>
        <a:xfrm>
          <a:off x="0" y="0"/>
          <a:ext cx="0" cy="0"/>
          <a:chOff x="0" y="0"/>
          <a:chExt cx="0" cy="0"/>
        </a:xfrm>
      </p:grpSpPr>
      <p:sp>
        <p:nvSpPr>
          <p:cNvPr id="552" name="Google Shape;552;p35"/>
          <p:cNvSpPr txBox="1"/>
          <p:nvPr>
            <p:ph type="title"/>
          </p:nvPr>
        </p:nvSpPr>
        <p:spPr>
          <a:xfrm>
            <a:off x="2952000"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3" name="Google Shape;553;p35"/>
          <p:cNvSpPr txBox="1"/>
          <p:nvPr>
            <p:ph idx="2" type="title"/>
          </p:nvPr>
        </p:nvSpPr>
        <p:spPr>
          <a:xfrm>
            <a:off x="104265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4" name="Google Shape;554;p35"/>
          <p:cNvSpPr txBox="1"/>
          <p:nvPr>
            <p:ph idx="3" type="title"/>
          </p:nvPr>
        </p:nvSpPr>
        <p:spPr>
          <a:xfrm>
            <a:off x="486780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5" name="Google Shape;555;p35"/>
          <p:cNvSpPr txBox="1"/>
          <p:nvPr>
            <p:ph idx="4" type="title"/>
          </p:nvPr>
        </p:nvSpPr>
        <p:spPr>
          <a:xfrm>
            <a:off x="6772025"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56" name="Google Shape;556;p35"/>
          <p:cNvSpPr txBox="1"/>
          <p:nvPr>
            <p:ph idx="1" type="subTitle"/>
          </p:nvPr>
        </p:nvSpPr>
        <p:spPr>
          <a:xfrm>
            <a:off x="29514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57" name="Google Shape;557;p35"/>
          <p:cNvSpPr txBox="1"/>
          <p:nvPr>
            <p:ph idx="5" type="body"/>
          </p:nvPr>
        </p:nvSpPr>
        <p:spPr>
          <a:xfrm>
            <a:off x="29536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58" name="Google Shape;558;p35"/>
          <p:cNvSpPr txBox="1"/>
          <p:nvPr>
            <p:ph idx="6" type="subTitle"/>
          </p:nvPr>
        </p:nvSpPr>
        <p:spPr>
          <a:xfrm>
            <a:off x="104208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59" name="Google Shape;559;p35"/>
          <p:cNvSpPr txBox="1"/>
          <p:nvPr>
            <p:ph idx="7" type="subTitle"/>
          </p:nvPr>
        </p:nvSpPr>
        <p:spPr>
          <a:xfrm>
            <a:off x="48672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60" name="Google Shape;560;p35"/>
          <p:cNvSpPr txBox="1"/>
          <p:nvPr>
            <p:ph idx="8" type="body"/>
          </p:nvPr>
        </p:nvSpPr>
        <p:spPr>
          <a:xfrm>
            <a:off x="104430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61" name="Google Shape;561;p35"/>
          <p:cNvSpPr txBox="1"/>
          <p:nvPr>
            <p:ph idx="9" type="body"/>
          </p:nvPr>
        </p:nvSpPr>
        <p:spPr>
          <a:xfrm>
            <a:off x="48694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62" name="Google Shape;562;p35"/>
          <p:cNvSpPr txBox="1"/>
          <p:nvPr>
            <p:ph idx="13" type="subTitle"/>
          </p:nvPr>
        </p:nvSpPr>
        <p:spPr>
          <a:xfrm>
            <a:off x="6771474" y="2726250"/>
            <a:ext cx="18468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63" name="Google Shape;563;p35"/>
          <p:cNvSpPr txBox="1"/>
          <p:nvPr>
            <p:ph idx="14" type="body"/>
          </p:nvPr>
        </p:nvSpPr>
        <p:spPr>
          <a:xfrm>
            <a:off x="6773613" y="3368600"/>
            <a:ext cx="18468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64" name="Google Shape;564;p35"/>
          <p:cNvSpPr txBox="1"/>
          <p:nvPr>
            <p:ph idx="15"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565" name="Google Shape;565;p35"/>
          <p:cNvSpPr txBox="1"/>
          <p:nvPr>
            <p:ph idx="16"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66" name="Google Shape;566;p35"/>
          <p:cNvSpPr txBox="1"/>
          <p:nvPr>
            <p:ph idx="1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67" name="Google Shape;567;p35"/>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568" name="Google Shape;568;p35"/>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sp>
        <p:nvSpPr>
          <p:cNvPr id="569" name="Google Shape;569;p35"/>
          <p:cNvSpPr txBox="1"/>
          <p:nvPr>
            <p:ph idx="19" type="title"/>
          </p:nvPr>
        </p:nvSpPr>
        <p:spPr>
          <a:xfrm flipH="1">
            <a:off x="1046200" y="772500"/>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ing slide">
  <p:cSld name="CUSTOM_8">
    <p:bg>
      <p:bgPr>
        <a:solidFill>
          <a:schemeClr val="lt2"/>
        </a:solidFill>
      </p:bgPr>
    </p:bg>
    <p:spTree>
      <p:nvGrpSpPr>
        <p:cNvPr id="570" name="Shape 570"/>
        <p:cNvGrpSpPr/>
        <p:nvPr/>
      </p:nvGrpSpPr>
      <p:grpSpPr>
        <a:xfrm>
          <a:off x="0" y="0"/>
          <a:ext cx="0" cy="0"/>
          <a:chOff x="0" y="0"/>
          <a:chExt cx="0" cy="0"/>
        </a:xfrm>
      </p:grpSpPr>
      <p:cxnSp>
        <p:nvCxnSpPr>
          <p:cNvPr id="571" name="Google Shape;571;p36"/>
          <p:cNvCxnSpPr/>
          <p:nvPr/>
        </p:nvCxnSpPr>
        <p:spPr>
          <a:xfrm rot="10800000">
            <a:off x="1040500" y="3903425"/>
            <a:ext cx="7582200" cy="0"/>
          </a:xfrm>
          <a:prstGeom prst="straightConnector1">
            <a:avLst/>
          </a:prstGeom>
          <a:noFill/>
          <a:ln cap="flat" cmpd="sng" w="9525">
            <a:solidFill>
              <a:schemeClr val="lt1"/>
            </a:solidFill>
            <a:prstDash val="solid"/>
            <a:round/>
            <a:headEnd len="sm" w="sm" type="none"/>
            <a:tailEnd len="sm" w="sm" type="none"/>
          </a:ln>
        </p:spPr>
      </p:cxnSp>
      <p:sp>
        <p:nvSpPr>
          <p:cNvPr id="572" name="Google Shape;572;p36"/>
          <p:cNvSpPr txBox="1"/>
          <p:nvPr>
            <p:ph idx="1"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SzPts val="800"/>
              <a:buFont typeface="Inter"/>
              <a:buNone/>
              <a:defRPr sz="800"/>
            </a:lvl1pPr>
            <a:lvl2pPr lvl="1">
              <a:spcBef>
                <a:spcPts val="0"/>
              </a:spcBef>
              <a:spcAft>
                <a:spcPts val="0"/>
              </a:spcAft>
              <a:buSzPts val="800"/>
              <a:buFont typeface="Inter"/>
              <a:buNone/>
              <a:defRPr sz="800"/>
            </a:lvl2pPr>
            <a:lvl3pPr lvl="2">
              <a:spcBef>
                <a:spcPts val="0"/>
              </a:spcBef>
              <a:spcAft>
                <a:spcPts val="0"/>
              </a:spcAft>
              <a:buSzPts val="800"/>
              <a:buFont typeface="Inter"/>
              <a:buNone/>
              <a:defRPr sz="800"/>
            </a:lvl3pPr>
            <a:lvl4pPr lvl="3">
              <a:spcBef>
                <a:spcPts val="0"/>
              </a:spcBef>
              <a:spcAft>
                <a:spcPts val="0"/>
              </a:spcAft>
              <a:buSzPts val="800"/>
              <a:buFont typeface="Inter"/>
              <a:buNone/>
              <a:defRPr sz="800"/>
            </a:lvl4pPr>
            <a:lvl5pPr lvl="4">
              <a:spcBef>
                <a:spcPts val="0"/>
              </a:spcBef>
              <a:spcAft>
                <a:spcPts val="0"/>
              </a:spcAft>
              <a:buSzPts val="800"/>
              <a:buFont typeface="Inter"/>
              <a:buNone/>
              <a:defRPr sz="800"/>
            </a:lvl5pPr>
            <a:lvl6pPr lvl="5">
              <a:spcBef>
                <a:spcPts val="0"/>
              </a:spcBef>
              <a:spcAft>
                <a:spcPts val="0"/>
              </a:spcAft>
              <a:buSzPts val="800"/>
              <a:buFont typeface="Inter"/>
              <a:buNone/>
              <a:defRPr sz="800"/>
            </a:lvl6pPr>
            <a:lvl7pPr lvl="6">
              <a:spcBef>
                <a:spcPts val="0"/>
              </a:spcBef>
              <a:spcAft>
                <a:spcPts val="0"/>
              </a:spcAft>
              <a:buSzPts val="800"/>
              <a:buFont typeface="Inter"/>
              <a:buNone/>
              <a:defRPr sz="800"/>
            </a:lvl7pPr>
            <a:lvl8pPr lvl="7">
              <a:spcBef>
                <a:spcPts val="0"/>
              </a:spcBef>
              <a:spcAft>
                <a:spcPts val="0"/>
              </a:spcAft>
              <a:buSzPts val="800"/>
              <a:buFont typeface="Inter"/>
              <a:buNone/>
              <a:defRPr sz="800"/>
            </a:lvl8pPr>
            <a:lvl9pPr lvl="8">
              <a:spcBef>
                <a:spcPts val="0"/>
              </a:spcBef>
              <a:spcAft>
                <a:spcPts val="0"/>
              </a:spcAft>
              <a:buSzPts val="800"/>
              <a:buFont typeface="Inter"/>
              <a:buNone/>
              <a:defRPr sz="800"/>
            </a:lvl9pPr>
          </a:lstStyle>
          <a:p/>
        </p:txBody>
      </p:sp>
      <p:sp>
        <p:nvSpPr>
          <p:cNvPr id="573" name="Google Shape;573;p3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574" name="Google Shape;574;p3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cxnSp>
        <p:nvCxnSpPr>
          <p:cNvPr id="575" name="Google Shape;575;p3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76" name="Google Shape;576;p3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7" name="Google Shape;577;p36"/>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578" name="Google Shape;578;p3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79" name="Google Shape;579;p3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580" name="Google Shape;580;p36"/>
          <p:cNvSpPr txBox="1"/>
          <p:nvPr>
            <p:ph idx="4" type="body"/>
          </p:nvPr>
        </p:nvSpPr>
        <p:spPr>
          <a:xfrm>
            <a:off x="1821800" y="3903425"/>
            <a:ext cx="4167900" cy="779700"/>
          </a:xfrm>
          <a:prstGeom prst="rect">
            <a:avLst/>
          </a:prstGeom>
        </p:spPr>
        <p:txBody>
          <a:bodyPr anchorCtr="0" anchor="ctr" bIns="0" lIns="274300" spcFirstLastPara="1" rIns="182875"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cxnSp>
        <p:nvCxnSpPr>
          <p:cNvPr id="581" name="Google Shape;581;p36"/>
          <p:cNvCxnSpPr/>
          <p:nvPr/>
        </p:nvCxnSpPr>
        <p:spPr>
          <a:xfrm rot="10800000">
            <a:off x="1040500" y="4683125"/>
            <a:ext cx="7582200" cy="0"/>
          </a:xfrm>
          <a:prstGeom prst="straightConnector1">
            <a:avLst/>
          </a:prstGeom>
          <a:noFill/>
          <a:ln cap="flat" cmpd="sng" w="9525">
            <a:solidFill>
              <a:schemeClr val="lt1"/>
            </a:solidFill>
            <a:prstDash val="solid"/>
            <a:round/>
            <a:headEnd len="sm" w="sm" type="none"/>
            <a:tailEnd len="sm" w="sm" type="none"/>
          </a:ln>
        </p:spPr>
      </p:cxnSp>
      <p:sp>
        <p:nvSpPr>
          <p:cNvPr id="582" name="Google Shape;582;p36"/>
          <p:cNvSpPr/>
          <p:nvPr>
            <p:ph idx="5" type="pic"/>
          </p:nvPr>
        </p:nvSpPr>
        <p:spPr>
          <a:xfrm>
            <a:off x="1046150" y="3907375"/>
            <a:ext cx="771600" cy="771600"/>
          </a:xfrm>
          <a:prstGeom prst="rect">
            <a:avLst/>
          </a:prstGeom>
          <a:noFill/>
          <a:ln>
            <a:noFill/>
          </a:ln>
        </p:spPr>
      </p:sp>
      <p:sp>
        <p:nvSpPr>
          <p:cNvPr id="583" name="Google Shape;583;p36"/>
          <p:cNvSpPr txBox="1"/>
          <p:nvPr>
            <p:ph type="title"/>
          </p:nvPr>
        </p:nvSpPr>
        <p:spPr>
          <a:xfrm flipH="1">
            <a:off x="1046200" y="722375"/>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SzPts val="5500"/>
              <a:buFont typeface="Gowun Batang"/>
              <a:buNone/>
              <a:defRPr sz="5500"/>
            </a:lvl1pPr>
            <a:lvl2pPr lvl="1">
              <a:lnSpc>
                <a:spcPct val="80000"/>
              </a:lnSpc>
              <a:spcBef>
                <a:spcPts val="0"/>
              </a:spcBef>
              <a:spcAft>
                <a:spcPts val="0"/>
              </a:spcAft>
              <a:buSzPts val="5500"/>
              <a:buNone/>
              <a:defRPr sz="5500"/>
            </a:lvl2pPr>
            <a:lvl3pPr lvl="2">
              <a:lnSpc>
                <a:spcPct val="80000"/>
              </a:lnSpc>
              <a:spcBef>
                <a:spcPts val="0"/>
              </a:spcBef>
              <a:spcAft>
                <a:spcPts val="0"/>
              </a:spcAft>
              <a:buSzPts val="5500"/>
              <a:buNone/>
              <a:defRPr sz="5500"/>
            </a:lvl3pPr>
            <a:lvl4pPr lvl="3">
              <a:lnSpc>
                <a:spcPct val="80000"/>
              </a:lnSpc>
              <a:spcBef>
                <a:spcPts val="0"/>
              </a:spcBef>
              <a:spcAft>
                <a:spcPts val="0"/>
              </a:spcAft>
              <a:buSzPts val="5500"/>
              <a:buNone/>
              <a:defRPr sz="5500"/>
            </a:lvl4pPr>
            <a:lvl5pPr lvl="4">
              <a:lnSpc>
                <a:spcPct val="80000"/>
              </a:lnSpc>
              <a:spcBef>
                <a:spcPts val="0"/>
              </a:spcBef>
              <a:spcAft>
                <a:spcPts val="0"/>
              </a:spcAft>
              <a:buSzPts val="5500"/>
              <a:buNone/>
              <a:defRPr sz="5500"/>
            </a:lvl5pPr>
            <a:lvl6pPr lvl="5">
              <a:lnSpc>
                <a:spcPct val="80000"/>
              </a:lnSpc>
              <a:spcBef>
                <a:spcPts val="0"/>
              </a:spcBef>
              <a:spcAft>
                <a:spcPts val="0"/>
              </a:spcAft>
              <a:buSzPts val="5500"/>
              <a:buNone/>
              <a:defRPr sz="5500"/>
            </a:lvl6pPr>
            <a:lvl7pPr lvl="6">
              <a:lnSpc>
                <a:spcPct val="80000"/>
              </a:lnSpc>
              <a:spcBef>
                <a:spcPts val="0"/>
              </a:spcBef>
              <a:spcAft>
                <a:spcPts val="0"/>
              </a:spcAft>
              <a:buSzPts val="5500"/>
              <a:buNone/>
              <a:defRPr sz="5500"/>
            </a:lvl7pPr>
            <a:lvl8pPr lvl="7">
              <a:lnSpc>
                <a:spcPct val="80000"/>
              </a:lnSpc>
              <a:spcBef>
                <a:spcPts val="0"/>
              </a:spcBef>
              <a:spcAft>
                <a:spcPts val="0"/>
              </a:spcAft>
              <a:buSzPts val="5500"/>
              <a:buNone/>
              <a:defRPr sz="5500"/>
            </a:lvl8pPr>
            <a:lvl9pPr lvl="8">
              <a:lnSpc>
                <a:spcPct val="80000"/>
              </a:lnSpc>
              <a:spcBef>
                <a:spcPts val="0"/>
              </a:spcBef>
              <a:spcAft>
                <a:spcPts val="0"/>
              </a:spcAft>
              <a:buSzPts val="5500"/>
              <a:buNone/>
              <a:defRPr sz="55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cSld name="BLANK_4">
    <p:bg>
      <p:bgPr>
        <a:solidFill>
          <a:schemeClr val="lt1"/>
        </a:solidFill>
      </p:bgPr>
    </p:bg>
    <p:spTree>
      <p:nvGrpSpPr>
        <p:cNvPr id="584" name="Shape 584"/>
        <p:cNvGrpSpPr/>
        <p:nvPr/>
      </p:nvGrpSpPr>
      <p:grpSpPr>
        <a:xfrm>
          <a:off x="0" y="0"/>
          <a:ext cx="0" cy="0"/>
          <a:chOff x="0" y="0"/>
          <a:chExt cx="0" cy="0"/>
        </a:xfrm>
      </p:grpSpPr>
      <p:grpSp>
        <p:nvGrpSpPr>
          <p:cNvPr id="585" name="Google Shape;585;p37"/>
          <p:cNvGrpSpPr/>
          <p:nvPr/>
        </p:nvGrpSpPr>
        <p:grpSpPr>
          <a:xfrm>
            <a:off x="-800" y="-150"/>
            <a:ext cx="9145250" cy="5144250"/>
            <a:chOff x="-800" y="-150"/>
            <a:chExt cx="9145250" cy="5144250"/>
          </a:xfrm>
        </p:grpSpPr>
        <p:cxnSp>
          <p:nvCxnSpPr>
            <p:cNvPr id="586" name="Google Shape;586;p37"/>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87" name="Google Shape;587;p37"/>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88" name="Google Shape;588;p37"/>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589" name="Google Shape;589;p37"/>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590" name="Google Shape;590;p37"/>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91" name="Google Shape;591;p37"/>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92" name="Google Shape;592;p37"/>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593" name="Google Shape;593;p37"/>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594" name="Google Shape;594;p37"/>
          <p:cNvSpPr txBox="1"/>
          <p:nvPr>
            <p:ph idx="1"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
    <p:bg>
      <p:bgPr>
        <a:solidFill>
          <a:schemeClr val="lt2"/>
        </a:solidFill>
      </p:bgPr>
    </p:bg>
    <p:spTree>
      <p:nvGrpSpPr>
        <p:cNvPr id="595" name="Shape 595"/>
        <p:cNvGrpSpPr/>
        <p:nvPr/>
      </p:nvGrpSpPr>
      <p:grpSpPr>
        <a:xfrm>
          <a:off x="0" y="0"/>
          <a:ext cx="0" cy="0"/>
          <a:chOff x="0" y="0"/>
          <a:chExt cx="0" cy="0"/>
        </a:xfrm>
      </p:grpSpPr>
      <p:grpSp>
        <p:nvGrpSpPr>
          <p:cNvPr id="596" name="Google Shape;596;p38"/>
          <p:cNvGrpSpPr/>
          <p:nvPr/>
        </p:nvGrpSpPr>
        <p:grpSpPr>
          <a:xfrm rot="5400000">
            <a:off x="596065" y="4459673"/>
            <a:ext cx="369896" cy="333900"/>
            <a:chOff x="96076" y="654376"/>
            <a:chExt cx="369896" cy="333900"/>
          </a:xfrm>
        </p:grpSpPr>
        <p:cxnSp>
          <p:nvCxnSpPr>
            <p:cNvPr id="597" name="Google Shape;597;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98" name="Google Shape;598;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99" name="Google Shape;599;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00" name="Google Shape;600;p38"/>
          <p:cNvGrpSpPr/>
          <p:nvPr/>
        </p:nvGrpSpPr>
        <p:grpSpPr>
          <a:xfrm rot="5400000">
            <a:off x="596065" y="3723173"/>
            <a:ext cx="369896" cy="333900"/>
            <a:chOff x="96076" y="654376"/>
            <a:chExt cx="369896" cy="333900"/>
          </a:xfrm>
        </p:grpSpPr>
        <p:cxnSp>
          <p:nvCxnSpPr>
            <p:cNvPr id="601" name="Google Shape;601;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02" name="Google Shape;602;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03" name="Google Shape;603;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04" name="Google Shape;604;p38"/>
          <p:cNvGrpSpPr/>
          <p:nvPr/>
        </p:nvGrpSpPr>
        <p:grpSpPr>
          <a:xfrm rot="5400000">
            <a:off x="596065" y="2986673"/>
            <a:ext cx="369896" cy="333900"/>
            <a:chOff x="96076" y="654376"/>
            <a:chExt cx="369896" cy="333900"/>
          </a:xfrm>
        </p:grpSpPr>
        <p:cxnSp>
          <p:nvCxnSpPr>
            <p:cNvPr id="605" name="Google Shape;605;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06" name="Google Shape;606;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07" name="Google Shape;607;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08" name="Google Shape;608;p38"/>
          <p:cNvGrpSpPr/>
          <p:nvPr/>
        </p:nvGrpSpPr>
        <p:grpSpPr>
          <a:xfrm rot="5400000">
            <a:off x="596065" y="2250173"/>
            <a:ext cx="369896" cy="333900"/>
            <a:chOff x="96076" y="654376"/>
            <a:chExt cx="369896" cy="333900"/>
          </a:xfrm>
        </p:grpSpPr>
        <p:cxnSp>
          <p:nvCxnSpPr>
            <p:cNvPr id="609" name="Google Shape;609;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10" name="Google Shape;610;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11" name="Google Shape;611;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12" name="Google Shape;612;p38"/>
          <p:cNvGrpSpPr/>
          <p:nvPr/>
        </p:nvGrpSpPr>
        <p:grpSpPr>
          <a:xfrm rot="5400000">
            <a:off x="594827" y="1513673"/>
            <a:ext cx="369896" cy="333900"/>
            <a:chOff x="96076" y="654376"/>
            <a:chExt cx="369896" cy="333900"/>
          </a:xfrm>
        </p:grpSpPr>
        <p:cxnSp>
          <p:nvCxnSpPr>
            <p:cNvPr id="613" name="Google Shape;613;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14" name="Google Shape;614;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15" name="Google Shape;615;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616" name="Google Shape;616;p38"/>
          <p:cNvGrpSpPr/>
          <p:nvPr/>
        </p:nvGrpSpPr>
        <p:grpSpPr>
          <a:xfrm rot="5400000">
            <a:off x="594827" y="777173"/>
            <a:ext cx="369896" cy="333900"/>
            <a:chOff x="96076" y="654376"/>
            <a:chExt cx="369896" cy="333900"/>
          </a:xfrm>
        </p:grpSpPr>
        <p:cxnSp>
          <p:nvCxnSpPr>
            <p:cNvPr id="617" name="Google Shape;617;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18" name="Google Shape;618;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19" name="Google Shape;619;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620" name="Google Shape;620;p3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621" name="Google Shape;621;p3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22" name="Google Shape;622;p3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23" name="Google Shape;623;p3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24" name="Google Shape;624;p3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625" name="Google Shape;625;p38"/>
          <p:cNvSpPr txBox="1"/>
          <p:nvPr>
            <p:ph type="title"/>
          </p:nvPr>
        </p:nvSpPr>
        <p:spPr>
          <a:xfrm>
            <a:off x="1042100" y="334925"/>
            <a:ext cx="7576500" cy="329700"/>
          </a:xfrm>
          <a:prstGeom prst="rect">
            <a:avLst/>
          </a:prstGeom>
        </p:spPr>
        <p:txBody>
          <a:bodyPr anchorCtr="0" anchor="ctr" bIns="0" lIns="274300" spcFirstLastPara="1" rIns="91425" wrap="square" tIns="91425">
            <a:normAutofit/>
          </a:bodyPr>
          <a:lstStyle>
            <a:lvl1pPr lvl="0">
              <a:lnSpc>
                <a:spcPct val="115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cxnSp>
        <p:nvCxnSpPr>
          <p:cNvPr id="626" name="Google Shape;626;p38"/>
          <p:cNvCxnSpPr/>
          <p:nvPr/>
        </p:nvCxnSpPr>
        <p:spPr>
          <a:xfrm>
            <a:off x="1045950" y="2053193"/>
            <a:ext cx="8098500" cy="0"/>
          </a:xfrm>
          <a:prstGeom prst="straightConnector1">
            <a:avLst/>
          </a:prstGeom>
          <a:noFill/>
          <a:ln cap="flat" cmpd="sng" w="9525">
            <a:solidFill>
              <a:schemeClr val="lt1"/>
            </a:solidFill>
            <a:prstDash val="solid"/>
            <a:round/>
            <a:headEnd len="sm" w="sm" type="none"/>
            <a:tailEnd len="sm" w="sm" type="none"/>
          </a:ln>
        </p:spPr>
      </p:cxnSp>
      <p:cxnSp>
        <p:nvCxnSpPr>
          <p:cNvPr id="627" name="Google Shape;627;p38"/>
          <p:cNvCxnSpPr/>
          <p:nvPr/>
        </p:nvCxnSpPr>
        <p:spPr>
          <a:xfrm>
            <a:off x="1045950" y="2800742"/>
            <a:ext cx="8098500" cy="0"/>
          </a:xfrm>
          <a:prstGeom prst="straightConnector1">
            <a:avLst/>
          </a:prstGeom>
          <a:noFill/>
          <a:ln cap="flat" cmpd="sng" w="9525">
            <a:solidFill>
              <a:schemeClr val="lt1"/>
            </a:solidFill>
            <a:prstDash val="solid"/>
            <a:round/>
            <a:headEnd len="sm" w="sm" type="none"/>
            <a:tailEnd len="sm" w="sm" type="none"/>
          </a:ln>
        </p:spPr>
      </p:cxnSp>
      <p:cxnSp>
        <p:nvCxnSpPr>
          <p:cNvPr id="628" name="Google Shape;628;p38"/>
          <p:cNvCxnSpPr/>
          <p:nvPr/>
        </p:nvCxnSpPr>
        <p:spPr>
          <a:xfrm>
            <a:off x="1045950" y="3542475"/>
            <a:ext cx="8098500" cy="0"/>
          </a:xfrm>
          <a:prstGeom prst="straightConnector1">
            <a:avLst/>
          </a:prstGeom>
          <a:noFill/>
          <a:ln cap="flat" cmpd="sng" w="9525">
            <a:solidFill>
              <a:schemeClr val="lt1"/>
            </a:solidFill>
            <a:prstDash val="solid"/>
            <a:round/>
            <a:headEnd len="sm" w="sm" type="none"/>
            <a:tailEnd len="sm" w="sm" type="none"/>
          </a:ln>
        </p:spPr>
      </p:cxnSp>
      <p:cxnSp>
        <p:nvCxnSpPr>
          <p:cNvPr id="629" name="Google Shape;629;p38"/>
          <p:cNvCxnSpPr/>
          <p:nvPr/>
        </p:nvCxnSpPr>
        <p:spPr>
          <a:xfrm>
            <a:off x="1045950" y="4297588"/>
            <a:ext cx="8098500" cy="0"/>
          </a:xfrm>
          <a:prstGeom prst="straightConnector1">
            <a:avLst/>
          </a:prstGeom>
          <a:noFill/>
          <a:ln cap="flat" cmpd="sng" w="9525">
            <a:solidFill>
              <a:schemeClr val="lt1"/>
            </a:solidFill>
            <a:prstDash val="solid"/>
            <a:round/>
            <a:headEnd len="sm" w="sm" type="none"/>
            <a:tailEnd len="sm" w="sm" type="none"/>
          </a:ln>
        </p:spPr>
      </p:cxnSp>
      <p:cxnSp>
        <p:nvCxnSpPr>
          <p:cNvPr id="630" name="Google Shape;630;p38"/>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sp>
        <p:nvSpPr>
          <p:cNvPr id="631" name="Google Shape;631;p38"/>
          <p:cNvSpPr txBox="1"/>
          <p:nvPr>
            <p:ph idx="1" type="subTitle"/>
          </p:nvPr>
        </p:nvSpPr>
        <p:spPr>
          <a:xfrm>
            <a:off x="1042100" y="666250"/>
            <a:ext cx="7581900" cy="6414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2" name="Google Shape;632;p38"/>
          <p:cNvSpPr txBox="1"/>
          <p:nvPr>
            <p:ph idx="2" type="subTitle"/>
          </p:nvPr>
        </p:nvSpPr>
        <p:spPr>
          <a:xfrm>
            <a:off x="1042100" y="1307575"/>
            <a:ext cx="7581900" cy="745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3" name="Google Shape;633;p38"/>
          <p:cNvSpPr txBox="1"/>
          <p:nvPr>
            <p:ph idx="3" type="subTitle"/>
          </p:nvPr>
        </p:nvSpPr>
        <p:spPr>
          <a:xfrm>
            <a:off x="1042100" y="2052275"/>
            <a:ext cx="7581900" cy="748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4" name="Google Shape;634;p38"/>
          <p:cNvSpPr txBox="1"/>
          <p:nvPr>
            <p:ph idx="4" type="subTitle"/>
          </p:nvPr>
        </p:nvSpPr>
        <p:spPr>
          <a:xfrm>
            <a:off x="1042100" y="2801150"/>
            <a:ext cx="7581900" cy="7413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5" name="Google Shape;635;p38"/>
          <p:cNvSpPr txBox="1"/>
          <p:nvPr>
            <p:ph idx="5" type="subTitle"/>
          </p:nvPr>
        </p:nvSpPr>
        <p:spPr>
          <a:xfrm>
            <a:off x="1042100" y="35424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636" name="Google Shape;636;p38"/>
          <p:cNvSpPr txBox="1"/>
          <p:nvPr>
            <p:ph idx="6" type="subTitle"/>
          </p:nvPr>
        </p:nvSpPr>
        <p:spPr>
          <a:xfrm>
            <a:off x="1042100" y="42976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_3">
    <p:bg>
      <p:bgPr>
        <a:solidFill>
          <a:schemeClr val="lt2"/>
        </a:solidFill>
      </p:bgPr>
    </p:bg>
    <p:spTree>
      <p:nvGrpSpPr>
        <p:cNvPr id="637" name="Shape 637"/>
        <p:cNvGrpSpPr/>
        <p:nvPr/>
      </p:nvGrpSpPr>
      <p:grpSpPr>
        <a:xfrm>
          <a:off x="0" y="0"/>
          <a:ext cx="0" cy="0"/>
          <a:chOff x="0" y="0"/>
          <a:chExt cx="0" cy="0"/>
        </a:xfrm>
      </p:grpSpPr>
      <p:grpSp>
        <p:nvGrpSpPr>
          <p:cNvPr id="638" name="Google Shape;638;p39"/>
          <p:cNvGrpSpPr/>
          <p:nvPr/>
        </p:nvGrpSpPr>
        <p:grpSpPr>
          <a:xfrm rot="5400000">
            <a:off x="593777" y="548798"/>
            <a:ext cx="369896" cy="333900"/>
            <a:chOff x="96076" y="654376"/>
            <a:chExt cx="369896" cy="333900"/>
          </a:xfrm>
        </p:grpSpPr>
        <p:cxnSp>
          <p:nvCxnSpPr>
            <p:cNvPr id="639" name="Google Shape;639;p3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640" name="Google Shape;640;p3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41" name="Google Shape;641;p3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642" name="Google Shape;642;p39"/>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643" name="Google Shape;643;p3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644" name="Google Shape;644;p3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45" name="Google Shape;645;p3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46" name="Google Shape;646;p3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47" name="Google Shape;647;p3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648" name="Google Shape;648;p39"/>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cxnSp>
        <p:nvCxnSpPr>
          <p:cNvPr id="649" name="Google Shape;649;p39"/>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bg>
      <p:bgPr>
        <a:solidFill>
          <a:schemeClr val="lt2"/>
        </a:solidFill>
      </p:bgPr>
    </p:bg>
    <p:spTree>
      <p:nvGrpSpPr>
        <p:cNvPr id="650" name="Shape 650"/>
        <p:cNvGrpSpPr/>
        <p:nvPr/>
      </p:nvGrpSpPr>
      <p:grpSpPr>
        <a:xfrm>
          <a:off x="0" y="0"/>
          <a:ext cx="0" cy="0"/>
          <a:chOff x="0" y="0"/>
          <a:chExt cx="0" cy="0"/>
        </a:xfrm>
      </p:grpSpPr>
      <p:sp>
        <p:nvSpPr>
          <p:cNvPr id="651" name="Google Shape;651;p40"/>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52" name="Google Shape;652;p4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53" name="Google Shape;653;p4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54" name="Google Shape;654;p4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55" name="Google Shape;655;p4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56" name="Google Shape;656;p4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6">
    <p:bg>
      <p:bgPr>
        <a:solidFill>
          <a:schemeClr val="lt2"/>
        </a:solidFill>
      </p:bgPr>
    </p:bg>
    <p:spTree>
      <p:nvGrpSpPr>
        <p:cNvPr id="657" name="Shape 657"/>
        <p:cNvGrpSpPr/>
        <p:nvPr/>
      </p:nvGrpSpPr>
      <p:grpSpPr>
        <a:xfrm>
          <a:off x="0" y="0"/>
          <a:ext cx="0" cy="0"/>
          <a:chOff x="0" y="0"/>
          <a:chExt cx="0" cy="0"/>
        </a:xfrm>
      </p:grpSpPr>
      <p:sp>
        <p:nvSpPr>
          <p:cNvPr id="658" name="Google Shape;658;p41"/>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59" name="Google Shape;659;p4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60" name="Google Shape;660;p4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61" name="Google Shape;661;p4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62" name="Google Shape;662;p4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63" name="Google Shape;663;p4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664" name="Google Shape;664;p41"/>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665" name="Google Shape;665;p41"/>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666" name="Google Shape;666;p41"/>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3">
  <p:cSld name="BLANK_3">
    <p:bg>
      <p:bgPr>
        <a:solidFill>
          <a:schemeClr val="dk2"/>
        </a:solidFill>
      </p:bgPr>
    </p:bg>
    <p:spTree>
      <p:nvGrpSpPr>
        <p:cNvPr id="667" name="Shape 667"/>
        <p:cNvGrpSpPr/>
        <p:nvPr/>
      </p:nvGrpSpPr>
      <p:grpSpPr>
        <a:xfrm>
          <a:off x="0" y="0"/>
          <a:ext cx="0" cy="0"/>
          <a:chOff x="0" y="0"/>
          <a:chExt cx="0" cy="0"/>
        </a:xfrm>
      </p:grpSpPr>
      <p:grpSp>
        <p:nvGrpSpPr>
          <p:cNvPr id="668" name="Google Shape;668;p42"/>
          <p:cNvGrpSpPr/>
          <p:nvPr/>
        </p:nvGrpSpPr>
        <p:grpSpPr>
          <a:xfrm>
            <a:off x="-800" y="-150"/>
            <a:ext cx="9145250" cy="5144250"/>
            <a:chOff x="-800" y="-150"/>
            <a:chExt cx="9145250" cy="5144250"/>
          </a:xfrm>
        </p:grpSpPr>
        <p:cxnSp>
          <p:nvCxnSpPr>
            <p:cNvPr id="669" name="Google Shape;669;p42"/>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70" name="Google Shape;670;p42"/>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71" name="Google Shape;671;p42"/>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672" name="Google Shape;672;p42"/>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673" name="Google Shape;673;p42"/>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74" name="Google Shape;674;p42"/>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75" name="Google Shape;675;p42"/>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76" name="Google Shape;676;p42"/>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77" name="Google Shape;677;p42"/>
          <p:cNvSpPr txBox="1"/>
          <p:nvPr>
            <p:ph idx="1" type="subTitle"/>
          </p:nvPr>
        </p:nvSpPr>
        <p:spPr>
          <a:xfrm>
            <a:off x="521800" y="2782875"/>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3"/>
              </a:buClr>
              <a:buSzPts val="1000"/>
              <a:buFont typeface="Inter"/>
              <a:buNone/>
              <a:defRPr sz="1000">
                <a:solidFill>
                  <a:schemeClr val="accent3"/>
                </a:solidFill>
              </a:defRPr>
            </a:lvl1pPr>
            <a:lvl2pPr lvl="1">
              <a:spcBef>
                <a:spcPts val="0"/>
              </a:spcBef>
              <a:spcAft>
                <a:spcPts val="0"/>
              </a:spcAft>
              <a:buClr>
                <a:schemeClr val="accent3"/>
              </a:buClr>
              <a:buSzPts val="1000"/>
              <a:buFont typeface="Inter"/>
              <a:buNone/>
              <a:defRPr sz="1000">
                <a:solidFill>
                  <a:schemeClr val="accent3"/>
                </a:solidFill>
              </a:defRPr>
            </a:lvl2pPr>
            <a:lvl3pPr lvl="2">
              <a:spcBef>
                <a:spcPts val="0"/>
              </a:spcBef>
              <a:spcAft>
                <a:spcPts val="0"/>
              </a:spcAft>
              <a:buClr>
                <a:schemeClr val="accent3"/>
              </a:buClr>
              <a:buSzPts val="1000"/>
              <a:buFont typeface="Inter"/>
              <a:buNone/>
              <a:defRPr sz="1000">
                <a:solidFill>
                  <a:schemeClr val="accent3"/>
                </a:solidFill>
              </a:defRPr>
            </a:lvl3pPr>
            <a:lvl4pPr lvl="3">
              <a:spcBef>
                <a:spcPts val="0"/>
              </a:spcBef>
              <a:spcAft>
                <a:spcPts val="0"/>
              </a:spcAft>
              <a:buClr>
                <a:schemeClr val="accent3"/>
              </a:buClr>
              <a:buSzPts val="1000"/>
              <a:buFont typeface="Inter"/>
              <a:buNone/>
              <a:defRPr sz="1000">
                <a:solidFill>
                  <a:schemeClr val="accent3"/>
                </a:solidFill>
              </a:defRPr>
            </a:lvl4pPr>
            <a:lvl5pPr lvl="4">
              <a:spcBef>
                <a:spcPts val="0"/>
              </a:spcBef>
              <a:spcAft>
                <a:spcPts val="0"/>
              </a:spcAft>
              <a:buClr>
                <a:schemeClr val="accent3"/>
              </a:buClr>
              <a:buSzPts val="1000"/>
              <a:buFont typeface="Inter"/>
              <a:buNone/>
              <a:defRPr sz="1000">
                <a:solidFill>
                  <a:schemeClr val="accent3"/>
                </a:solidFill>
              </a:defRPr>
            </a:lvl5pPr>
            <a:lvl6pPr lvl="5">
              <a:spcBef>
                <a:spcPts val="0"/>
              </a:spcBef>
              <a:spcAft>
                <a:spcPts val="0"/>
              </a:spcAft>
              <a:buClr>
                <a:schemeClr val="accent3"/>
              </a:buClr>
              <a:buSzPts val="1000"/>
              <a:buFont typeface="Inter"/>
              <a:buNone/>
              <a:defRPr sz="1000">
                <a:solidFill>
                  <a:schemeClr val="accent3"/>
                </a:solidFill>
              </a:defRPr>
            </a:lvl6pPr>
            <a:lvl7pPr lvl="6">
              <a:spcBef>
                <a:spcPts val="0"/>
              </a:spcBef>
              <a:spcAft>
                <a:spcPts val="0"/>
              </a:spcAft>
              <a:buClr>
                <a:schemeClr val="accent3"/>
              </a:buClr>
              <a:buSzPts val="1000"/>
              <a:buFont typeface="Inter"/>
              <a:buNone/>
              <a:defRPr sz="1000">
                <a:solidFill>
                  <a:schemeClr val="accent3"/>
                </a:solidFill>
              </a:defRPr>
            </a:lvl7pPr>
            <a:lvl8pPr lvl="7">
              <a:spcBef>
                <a:spcPts val="0"/>
              </a:spcBef>
              <a:spcAft>
                <a:spcPts val="0"/>
              </a:spcAft>
              <a:buClr>
                <a:schemeClr val="accent3"/>
              </a:buClr>
              <a:buSzPts val="1000"/>
              <a:buFont typeface="Inter"/>
              <a:buNone/>
              <a:defRPr sz="1000">
                <a:solidFill>
                  <a:schemeClr val="accent3"/>
                </a:solidFill>
              </a:defRPr>
            </a:lvl8pPr>
            <a:lvl9pPr lvl="8">
              <a:spcBef>
                <a:spcPts val="0"/>
              </a:spcBef>
              <a:spcAft>
                <a:spcPts val="0"/>
              </a:spcAft>
              <a:buClr>
                <a:schemeClr val="accent3"/>
              </a:buClr>
              <a:buSzPts val="1000"/>
              <a:buFont typeface="Inter"/>
              <a:buNone/>
              <a:defRPr sz="1000">
                <a:solidFill>
                  <a:schemeClr val="accent3"/>
                </a:solidFill>
              </a:defRPr>
            </a:lvl9pPr>
          </a:lstStyle>
          <a:p/>
        </p:txBody>
      </p:sp>
      <p:sp>
        <p:nvSpPr>
          <p:cNvPr id="678" name="Google Shape;678;p42"/>
          <p:cNvSpPr txBox="1"/>
          <p:nvPr>
            <p:ph idx="2"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79" name="Google Shape;679;p42"/>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80" name="Google Shape;680;p42"/>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6">
  <p:cSld name="BLANK_2">
    <p:bg>
      <p:bgPr>
        <a:solidFill>
          <a:schemeClr val="dk2"/>
        </a:solidFill>
      </p:bgPr>
    </p:bg>
    <p:spTree>
      <p:nvGrpSpPr>
        <p:cNvPr id="681" name="Shape 681"/>
        <p:cNvGrpSpPr/>
        <p:nvPr/>
      </p:nvGrpSpPr>
      <p:grpSpPr>
        <a:xfrm>
          <a:off x="0" y="0"/>
          <a:ext cx="0" cy="0"/>
          <a:chOff x="0" y="0"/>
          <a:chExt cx="0" cy="0"/>
        </a:xfrm>
      </p:grpSpPr>
      <p:cxnSp>
        <p:nvCxnSpPr>
          <p:cNvPr id="682" name="Google Shape;682;p43"/>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83" name="Google Shape;683;p43"/>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84" name="Google Shape;684;p43"/>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85" name="Google Shape;685;p43"/>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86" name="Google Shape;686;p43"/>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87" name="Google Shape;687;p43"/>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88" name="Google Shape;688;p43"/>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89" name="Google Shape;689;p43"/>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90" name="Google Shape;690;p43"/>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4">
  <p:cSld name="BLANK_2_2">
    <p:bg>
      <p:bgPr>
        <a:solidFill>
          <a:schemeClr val="dk2"/>
        </a:solidFill>
      </p:bgPr>
    </p:bg>
    <p:spTree>
      <p:nvGrpSpPr>
        <p:cNvPr id="691" name="Shape 691"/>
        <p:cNvGrpSpPr/>
        <p:nvPr/>
      </p:nvGrpSpPr>
      <p:grpSpPr>
        <a:xfrm>
          <a:off x="0" y="0"/>
          <a:ext cx="0" cy="0"/>
          <a:chOff x="0" y="0"/>
          <a:chExt cx="0" cy="0"/>
        </a:xfrm>
      </p:grpSpPr>
      <p:sp>
        <p:nvSpPr>
          <p:cNvPr id="692" name="Google Shape;692;p44"/>
          <p:cNvSpPr txBox="1"/>
          <p:nvPr>
            <p:ph idx="1" type="subTitle"/>
          </p:nvPr>
        </p:nvSpPr>
        <p:spPr>
          <a:xfrm>
            <a:off x="514575"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93" name="Google Shape;693;p44"/>
          <p:cNvSpPr txBox="1"/>
          <p:nvPr>
            <p:ph idx="2" type="subTitle"/>
          </p:nvPr>
        </p:nvSpPr>
        <p:spPr>
          <a:xfrm>
            <a:off x="4572000"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94" name="Google Shape;694;p44"/>
          <p:cNvSpPr txBox="1"/>
          <p:nvPr>
            <p:ph idx="3"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95" name="Google Shape;695;p44"/>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96" name="Google Shape;696;p44"/>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97" name="Google Shape;697;p44"/>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98" name="Google Shape;698;p44"/>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99" name="Google Shape;699;p44"/>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00" name="Google Shape;700;p44"/>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701" name="Google Shape;701;p44"/>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702" name="Google Shape;702;p44"/>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703" name="Google Shape;703;p44"/>
          <p:cNvSpPr txBox="1"/>
          <p:nvPr>
            <p:ph idx="4"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5">
  <p:cSld name="BLANK_2_1">
    <p:bg>
      <p:bgPr>
        <a:solidFill>
          <a:schemeClr val="lt1"/>
        </a:solidFill>
      </p:bgPr>
    </p:bg>
    <p:spTree>
      <p:nvGrpSpPr>
        <p:cNvPr id="704" name="Shape 704"/>
        <p:cNvGrpSpPr/>
        <p:nvPr/>
      </p:nvGrpSpPr>
      <p:grpSpPr>
        <a:xfrm>
          <a:off x="0" y="0"/>
          <a:ext cx="0" cy="0"/>
          <a:chOff x="0" y="0"/>
          <a:chExt cx="0" cy="0"/>
        </a:xfrm>
      </p:grpSpPr>
      <p:cxnSp>
        <p:nvCxnSpPr>
          <p:cNvPr id="705" name="Google Shape;705;p45"/>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706" name="Google Shape;706;p45"/>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707" name="Google Shape;707;p45"/>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08" name="Google Shape;708;p45"/>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09" name="Google Shape;709;p45"/>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710" name="Google Shape;710;p45"/>
          <p:cNvCxnSpPr/>
          <p:nvPr/>
        </p:nvCxnSpPr>
        <p:spPr>
          <a:xfrm>
            <a:off x="516375" y="4043175"/>
            <a:ext cx="8111100" cy="0"/>
          </a:xfrm>
          <a:prstGeom prst="straightConnector1">
            <a:avLst/>
          </a:prstGeom>
          <a:noFill/>
          <a:ln cap="flat" cmpd="sng" w="9525">
            <a:solidFill>
              <a:schemeClr val="dk1"/>
            </a:solidFill>
            <a:prstDash val="solid"/>
            <a:round/>
            <a:headEnd len="sm" w="sm" type="none"/>
            <a:tailEnd len="sm" w="sm" type="none"/>
          </a:ln>
        </p:spPr>
      </p:cxnSp>
      <p:sp>
        <p:nvSpPr>
          <p:cNvPr id="711" name="Google Shape;711;p45"/>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712" name="Google Shape;712;p45"/>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6"/>
              </a:buClr>
              <a:buSzPts val="1200"/>
              <a:buFont typeface="Inter"/>
              <a:buNone/>
              <a:defRPr>
                <a:solidFill>
                  <a:schemeClr val="accent6"/>
                </a:solidFill>
              </a:defRPr>
            </a:lvl1pPr>
            <a:lvl2pPr lvl="1" algn="ctr">
              <a:spcBef>
                <a:spcPts val="0"/>
              </a:spcBef>
              <a:spcAft>
                <a:spcPts val="0"/>
              </a:spcAft>
              <a:buClr>
                <a:schemeClr val="accent4"/>
              </a:buClr>
              <a:buSzPts val="1200"/>
              <a:buFont typeface="Inter"/>
              <a:buNone/>
              <a:defRPr>
                <a:solidFill>
                  <a:schemeClr val="accent4"/>
                </a:solidFill>
              </a:defRPr>
            </a:lvl2pPr>
            <a:lvl3pPr lvl="2" algn="ctr">
              <a:spcBef>
                <a:spcPts val="0"/>
              </a:spcBef>
              <a:spcAft>
                <a:spcPts val="0"/>
              </a:spcAft>
              <a:buClr>
                <a:schemeClr val="accent4"/>
              </a:buClr>
              <a:buSzPts val="1200"/>
              <a:buFont typeface="Inter"/>
              <a:buNone/>
              <a:defRPr>
                <a:solidFill>
                  <a:schemeClr val="accent4"/>
                </a:solidFill>
              </a:defRPr>
            </a:lvl3pPr>
            <a:lvl4pPr lvl="3" algn="ctr">
              <a:spcBef>
                <a:spcPts val="0"/>
              </a:spcBef>
              <a:spcAft>
                <a:spcPts val="0"/>
              </a:spcAft>
              <a:buClr>
                <a:schemeClr val="accent4"/>
              </a:buClr>
              <a:buSzPts val="1200"/>
              <a:buFont typeface="Inter"/>
              <a:buNone/>
              <a:defRPr>
                <a:solidFill>
                  <a:schemeClr val="accent4"/>
                </a:solidFill>
              </a:defRPr>
            </a:lvl4pPr>
            <a:lvl5pPr lvl="4" algn="ctr">
              <a:spcBef>
                <a:spcPts val="0"/>
              </a:spcBef>
              <a:spcAft>
                <a:spcPts val="0"/>
              </a:spcAft>
              <a:buClr>
                <a:schemeClr val="accent4"/>
              </a:buClr>
              <a:buSzPts val="1200"/>
              <a:buFont typeface="Inter"/>
              <a:buNone/>
              <a:defRPr>
                <a:solidFill>
                  <a:schemeClr val="accent4"/>
                </a:solidFill>
              </a:defRPr>
            </a:lvl5pPr>
            <a:lvl6pPr lvl="5" algn="ctr">
              <a:spcBef>
                <a:spcPts val="0"/>
              </a:spcBef>
              <a:spcAft>
                <a:spcPts val="0"/>
              </a:spcAft>
              <a:buClr>
                <a:schemeClr val="accent4"/>
              </a:buClr>
              <a:buSzPts val="1200"/>
              <a:buFont typeface="Inter"/>
              <a:buNone/>
              <a:defRPr>
                <a:solidFill>
                  <a:schemeClr val="accent4"/>
                </a:solidFill>
              </a:defRPr>
            </a:lvl6pPr>
            <a:lvl7pPr lvl="6" algn="ctr">
              <a:spcBef>
                <a:spcPts val="0"/>
              </a:spcBef>
              <a:spcAft>
                <a:spcPts val="0"/>
              </a:spcAft>
              <a:buClr>
                <a:schemeClr val="accent4"/>
              </a:buClr>
              <a:buSzPts val="1200"/>
              <a:buFont typeface="Inter"/>
              <a:buNone/>
              <a:defRPr>
                <a:solidFill>
                  <a:schemeClr val="accent4"/>
                </a:solidFill>
              </a:defRPr>
            </a:lvl7pPr>
            <a:lvl8pPr lvl="7" algn="ctr">
              <a:spcBef>
                <a:spcPts val="0"/>
              </a:spcBef>
              <a:spcAft>
                <a:spcPts val="0"/>
              </a:spcAft>
              <a:buClr>
                <a:schemeClr val="accent4"/>
              </a:buClr>
              <a:buSzPts val="1200"/>
              <a:buFont typeface="Inter"/>
              <a:buNone/>
              <a:defRPr>
                <a:solidFill>
                  <a:schemeClr val="accent4"/>
                </a:solidFill>
              </a:defRPr>
            </a:lvl8pPr>
            <a:lvl9pPr lvl="8" algn="ctr">
              <a:spcBef>
                <a:spcPts val="0"/>
              </a:spcBef>
              <a:spcAft>
                <a:spcPts val="0"/>
              </a:spcAft>
              <a:buClr>
                <a:schemeClr val="accent4"/>
              </a:buClr>
              <a:buSzPts val="1200"/>
              <a:buFont typeface="Inter"/>
              <a:buNone/>
              <a:defRPr>
                <a:solidFill>
                  <a:schemeClr val="accent4"/>
                </a:solidFill>
              </a:defRPr>
            </a:lvl9pPr>
          </a:lstStyle>
          <a:p/>
        </p:txBody>
      </p:sp>
      <p:sp>
        <p:nvSpPr>
          <p:cNvPr id="713" name="Google Shape;713;p45"/>
          <p:cNvSpPr txBox="1"/>
          <p:nvPr>
            <p:ph idx="2" type="subTitle"/>
          </p:nvPr>
        </p:nvSpPr>
        <p:spPr>
          <a:xfrm>
            <a:off x="514575"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714" name="Google Shape;714;p45"/>
          <p:cNvSpPr txBox="1"/>
          <p:nvPr>
            <p:ph idx="3" type="subTitle"/>
          </p:nvPr>
        </p:nvSpPr>
        <p:spPr>
          <a:xfrm>
            <a:off x="4572000"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715" name="Google Shape;715;p45"/>
          <p:cNvSpPr txBox="1"/>
          <p:nvPr>
            <p:ph idx="4"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716" name="Google Shape;716;p45"/>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p:cSld name="BLANK_1_5">
    <p:bg>
      <p:bgPr>
        <a:solidFill>
          <a:schemeClr val="lt1"/>
        </a:solidFill>
      </p:bgPr>
    </p:bg>
    <p:spTree>
      <p:nvGrpSpPr>
        <p:cNvPr id="717" name="Shape 717"/>
        <p:cNvGrpSpPr/>
        <p:nvPr/>
      </p:nvGrpSpPr>
      <p:grpSpPr>
        <a:xfrm>
          <a:off x="0" y="0"/>
          <a:ext cx="0" cy="0"/>
          <a:chOff x="0" y="0"/>
          <a:chExt cx="0" cy="0"/>
        </a:xfrm>
      </p:grpSpPr>
      <p:sp>
        <p:nvSpPr>
          <p:cNvPr id="718" name="Google Shape;718;p46"/>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19" name="Google Shape;719;p46"/>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720" name="Google Shape;720;p4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21" name="Google Shape;721;p46"/>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722" name="Google Shape;722;p4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3" name="Google Shape;723;p4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724" name="Google Shape;724;p4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5" name="Google Shape;725;p4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6" name="Google Shape;726;p46"/>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2">
  <p:cSld name="BLANK_1_3">
    <p:bg>
      <p:bgPr>
        <a:solidFill>
          <a:schemeClr val="lt2"/>
        </a:solidFill>
      </p:bgPr>
    </p:bg>
    <p:spTree>
      <p:nvGrpSpPr>
        <p:cNvPr id="727" name="Shape 727"/>
        <p:cNvGrpSpPr/>
        <p:nvPr/>
      </p:nvGrpSpPr>
      <p:grpSpPr>
        <a:xfrm>
          <a:off x="0" y="0"/>
          <a:ext cx="0" cy="0"/>
          <a:chOff x="0" y="0"/>
          <a:chExt cx="0" cy="0"/>
        </a:xfrm>
      </p:grpSpPr>
      <p:sp>
        <p:nvSpPr>
          <p:cNvPr id="728" name="Google Shape;728;p47"/>
          <p:cNvSpPr txBox="1"/>
          <p:nvPr>
            <p:ph idx="1" type="body"/>
          </p:nvPr>
        </p:nvSpPr>
        <p:spPr>
          <a:xfrm>
            <a:off x="4684025" y="3361000"/>
            <a:ext cx="20901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729" name="Google Shape;729;p47"/>
          <p:cNvSpPr txBox="1"/>
          <p:nvPr>
            <p:ph idx="2" type="body"/>
          </p:nvPr>
        </p:nvSpPr>
        <p:spPr>
          <a:xfrm>
            <a:off x="6774125" y="3361250"/>
            <a:ext cx="23706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730" name="Google Shape;730;p47"/>
          <p:cNvSpPr txBox="1"/>
          <p:nvPr>
            <p:ph idx="3" type="body"/>
          </p:nvPr>
        </p:nvSpPr>
        <p:spPr>
          <a:xfrm>
            <a:off x="2597175" y="3361000"/>
            <a:ext cx="20868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800"/>
              </a:spcBef>
              <a:spcAft>
                <a:spcPts val="0"/>
              </a:spcAft>
              <a:buClr>
                <a:schemeClr val="lt1"/>
              </a:buClr>
              <a:buSzPts val="1000"/>
              <a:buChar char="○"/>
              <a:defRPr sz="1000"/>
            </a:lvl2pPr>
            <a:lvl3pPr indent="-292100" lvl="2" marL="1371600" algn="ctr">
              <a:spcBef>
                <a:spcPts val="800"/>
              </a:spcBef>
              <a:spcAft>
                <a:spcPts val="0"/>
              </a:spcAft>
              <a:buClr>
                <a:schemeClr val="lt1"/>
              </a:buClr>
              <a:buSzPts val="1000"/>
              <a:buChar char="■"/>
              <a:defRPr sz="1000"/>
            </a:lvl3pPr>
            <a:lvl4pPr indent="-292100" lvl="3" marL="1828800" algn="ctr">
              <a:spcBef>
                <a:spcPts val="800"/>
              </a:spcBef>
              <a:spcAft>
                <a:spcPts val="0"/>
              </a:spcAft>
              <a:buClr>
                <a:schemeClr val="lt1"/>
              </a:buClr>
              <a:buSzPts val="1000"/>
              <a:buChar char="●"/>
              <a:defRPr sz="1000"/>
            </a:lvl4pPr>
            <a:lvl5pPr indent="-292100" lvl="4" marL="2286000" algn="ctr">
              <a:spcBef>
                <a:spcPts val="800"/>
              </a:spcBef>
              <a:spcAft>
                <a:spcPts val="0"/>
              </a:spcAft>
              <a:buClr>
                <a:schemeClr val="lt1"/>
              </a:buClr>
              <a:buSzPts val="1000"/>
              <a:buChar char="○"/>
              <a:defRPr sz="1000"/>
            </a:lvl5pPr>
            <a:lvl6pPr indent="-292100" lvl="5" marL="2743200" algn="ctr">
              <a:spcBef>
                <a:spcPts val="800"/>
              </a:spcBef>
              <a:spcAft>
                <a:spcPts val="0"/>
              </a:spcAft>
              <a:buClr>
                <a:schemeClr val="lt1"/>
              </a:buClr>
              <a:buSzPts val="1000"/>
              <a:buChar char="■"/>
              <a:defRPr sz="1000"/>
            </a:lvl6pPr>
            <a:lvl7pPr indent="-292100" lvl="6" marL="3200400" algn="ctr">
              <a:spcBef>
                <a:spcPts val="800"/>
              </a:spcBef>
              <a:spcAft>
                <a:spcPts val="0"/>
              </a:spcAft>
              <a:buClr>
                <a:schemeClr val="lt1"/>
              </a:buClr>
              <a:buSzPts val="1000"/>
              <a:buChar char="●"/>
              <a:defRPr sz="1000"/>
            </a:lvl7pPr>
            <a:lvl8pPr indent="-292100" lvl="7" marL="3657600" algn="ctr">
              <a:spcBef>
                <a:spcPts val="800"/>
              </a:spcBef>
              <a:spcAft>
                <a:spcPts val="0"/>
              </a:spcAft>
              <a:buClr>
                <a:schemeClr val="lt1"/>
              </a:buClr>
              <a:buSzPts val="1000"/>
              <a:buChar char="○"/>
              <a:defRPr sz="1000"/>
            </a:lvl8pPr>
            <a:lvl9pPr indent="-292100" lvl="8" marL="4114800" algn="ctr">
              <a:spcBef>
                <a:spcPts val="800"/>
              </a:spcBef>
              <a:spcAft>
                <a:spcPts val="800"/>
              </a:spcAft>
              <a:buClr>
                <a:schemeClr val="lt1"/>
              </a:buClr>
              <a:buSzPts val="1000"/>
              <a:buChar char="■"/>
              <a:defRPr sz="1000"/>
            </a:lvl9pPr>
          </a:lstStyle>
          <a:p/>
        </p:txBody>
      </p:sp>
      <p:sp>
        <p:nvSpPr>
          <p:cNvPr id="731" name="Google Shape;731;p47"/>
          <p:cNvSpPr txBox="1"/>
          <p:nvPr>
            <p:ph idx="4" type="body"/>
          </p:nvPr>
        </p:nvSpPr>
        <p:spPr>
          <a:xfrm>
            <a:off x="520425" y="3361000"/>
            <a:ext cx="20775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732" name="Google Shape;732;p47"/>
          <p:cNvSpPr/>
          <p:nvPr/>
        </p:nvSpPr>
        <p:spPr>
          <a:xfrm rot="-5400000">
            <a:off x="7573550" y="1789950"/>
            <a:ext cx="771000" cy="237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3" name="Google Shape;733;p47"/>
          <p:cNvSpPr/>
          <p:nvPr/>
        </p:nvSpPr>
        <p:spPr>
          <a:xfrm rot="-5400000">
            <a:off x="5343575" y="1930200"/>
            <a:ext cx="771000" cy="2090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4" name="Google Shape;734;p47"/>
          <p:cNvSpPr/>
          <p:nvPr/>
        </p:nvSpPr>
        <p:spPr>
          <a:xfrm rot="-5400000">
            <a:off x="3255125" y="1931850"/>
            <a:ext cx="771000" cy="2086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5" name="Google Shape;735;p47"/>
          <p:cNvSpPr/>
          <p:nvPr/>
        </p:nvSpPr>
        <p:spPr>
          <a:xfrm rot="-5400000">
            <a:off x="1173425" y="1936950"/>
            <a:ext cx="771000" cy="207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736" name="Google Shape;736;p47"/>
          <p:cNvSpPr txBox="1"/>
          <p:nvPr>
            <p:ph idx="5" type="subTitle"/>
          </p:nvPr>
        </p:nvSpPr>
        <p:spPr>
          <a:xfrm>
            <a:off x="52042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7" name="Google Shape;737;p47"/>
          <p:cNvSpPr txBox="1"/>
          <p:nvPr>
            <p:ph idx="6" type="subTitle"/>
          </p:nvPr>
        </p:nvSpPr>
        <p:spPr>
          <a:xfrm>
            <a:off x="2597225" y="2589750"/>
            <a:ext cx="2076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8" name="Google Shape;738;p47"/>
          <p:cNvSpPr txBox="1"/>
          <p:nvPr>
            <p:ph idx="7" type="subTitle"/>
          </p:nvPr>
        </p:nvSpPr>
        <p:spPr>
          <a:xfrm>
            <a:off x="468567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9" name="Google Shape;739;p47"/>
          <p:cNvSpPr txBox="1"/>
          <p:nvPr>
            <p:ph idx="8" type="subTitle"/>
          </p:nvPr>
        </p:nvSpPr>
        <p:spPr>
          <a:xfrm>
            <a:off x="6773425" y="2589750"/>
            <a:ext cx="2370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40" name="Google Shape;740;p47"/>
          <p:cNvSpPr/>
          <p:nvPr>
            <p:ph idx="9" type="pic"/>
          </p:nvPr>
        </p:nvSpPr>
        <p:spPr>
          <a:xfrm>
            <a:off x="6773402" y="841675"/>
            <a:ext cx="2370600" cy="1748700"/>
          </a:xfrm>
          <a:prstGeom prst="rect">
            <a:avLst/>
          </a:prstGeom>
          <a:noFill/>
          <a:ln>
            <a:noFill/>
          </a:ln>
        </p:spPr>
      </p:sp>
      <p:sp>
        <p:nvSpPr>
          <p:cNvPr id="741" name="Google Shape;741;p47"/>
          <p:cNvSpPr/>
          <p:nvPr>
            <p:ph idx="13" type="pic"/>
          </p:nvPr>
        </p:nvSpPr>
        <p:spPr>
          <a:xfrm>
            <a:off x="4685838" y="841675"/>
            <a:ext cx="2086800" cy="1748700"/>
          </a:xfrm>
          <a:prstGeom prst="rect">
            <a:avLst/>
          </a:prstGeom>
          <a:noFill/>
          <a:ln>
            <a:noFill/>
          </a:ln>
        </p:spPr>
      </p:sp>
      <p:sp>
        <p:nvSpPr>
          <p:cNvPr id="742" name="Google Shape;742;p47"/>
          <p:cNvSpPr/>
          <p:nvPr>
            <p:ph idx="14" type="pic"/>
          </p:nvPr>
        </p:nvSpPr>
        <p:spPr>
          <a:xfrm>
            <a:off x="2597225" y="841675"/>
            <a:ext cx="2086800" cy="1748700"/>
          </a:xfrm>
          <a:prstGeom prst="rect">
            <a:avLst/>
          </a:prstGeom>
          <a:noFill/>
          <a:ln>
            <a:noFill/>
          </a:ln>
        </p:spPr>
      </p:sp>
      <p:sp>
        <p:nvSpPr>
          <p:cNvPr id="743" name="Google Shape;743;p47"/>
          <p:cNvSpPr/>
          <p:nvPr>
            <p:ph idx="15" type="pic"/>
          </p:nvPr>
        </p:nvSpPr>
        <p:spPr>
          <a:xfrm>
            <a:off x="520725" y="841675"/>
            <a:ext cx="2076600" cy="1748700"/>
          </a:xfrm>
          <a:prstGeom prst="rect">
            <a:avLst/>
          </a:prstGeom>
          <a:noFill/>
          <a:ln>
            <a:noFill/>
          </a:ln>
        </p:spPr>
      </p:sp>
      <p:cxnSp>
        <p:nvCxnSpPr>
          <p:cNvPr id="744" name="Google Shape;744;p47"/>
          <p:cNvCxnSpPr/>
          <p:nvPr/>
        </p:nvCxnSpPr>
        <p:spPr>
          <a:xfrm>
            <a:off x="2598000" y="842050"/>
            <a:ext cx="0" cy="4301700"/>
          </a:xfrm>
          <a:prstGeom prst="straightConnector1">
            <a:avLst/>
          </a:prstGeom>
          <a:noFill/>
          <a:ln cap="flat" cmpd="sng" w="9525">
            <a:solidFill>
              <a:schemeClr val="lt1"/>
            </a:solidFill>
            <a:prstDash val="solid"/>
            <a:round/>
            <a:headEnd len="sm" w="sm" type="none"/>
            <a:tailEnd len="sm" w="sm" type="none"/>
          </a:ln>
        </p:spPr>
      </p:cxnSp>
      <p:cxnSp>
        <p:nvCxnSpPr>
          <p:cNvPr id="745" name="Google Shape;745;p47"/>
          <p:cNvCxnSpPr/>
          <p:nvPr/>
        </p:nvCxnSpPr>
        <p:spPr>
          <a:xfrm>
            <a:off x="6773750" y="841675"/>
            <a:ext cx="0" cy="4301700"/>
          </a:xfrm>
          <a:prstGeom prst="straightConnector1">
            <a:avLst/>
          </a:prstGeom>
          <a:noFill/>
          <a:ln cap="flat" cmpd="sng" w="9525">
            <a:solidFill>
              <a:schemeClr val="lt1"/>
            </a:solidFill>
            <a:prstDash val="solid"/>
            <a:round/>
            <a:headEnd len="sm" w="sm" type="none"/>
            <a:tailEnd len="sm" w="sm" type="none"/>
          </a:ln>
        </p:spPr>
      </p:cxnSp>
      <p:cxnSp>
        <p:nvCxnSpPr>
          <p:cNvPr id="746" name="Google Shape;746;p47"/>
          <p:cNvCxnSpPr/>
          <p:nvPr/>
        </p:nvCxnSpPr>
        <p:spPr>
          <a:xfrm>
            <a:off x="4684713" y="842026"/>
            <a:ext cx="0" cy="4301700"/>
          </a:xfrm>
          <a:prstGeom prst="straightConnector1">
            <a:avLst/>
          </a:prstGeom>
          <a:noFill/>
          <a:ln cap="flat" cmpd="sng" w="9525">
            <a:solidFill>
              <a:schemeClr val="lt1"/>
            </a:solidFill>
            <a:prstDash val="solid"/>
            <a:round/>
            <a:headEnd len="sm" w="sm" type="none"/>
            <a:tailEnd len="sm" w="sm" type="none"/>
          </a:ln>
        </p:spPr>
      </p:cxnSp>
      <p:cxnSp>
        <p:nvCxnSpPr>
          <p:cNvPr id="747" name="Google Shape;747;p47"/>
          <p:cNvCxnSpPr/>
          <p:nvPr/>
        </p:nvCxnSpPr>
        <p:spPr>
          <a:xfrm rot="10800000">
            <a:off x="520800" y="3361000"/>
            <a:ext cx="8623200" cy="0"/>
          </a:xfrm>
          <a:prstGeom prst="straightConnector1">
            <a:avLst/>
          </a:prstGeom>
          <a:noFill/>
          <a:ln cap="flat" cmpd="sng" w="9525">
            <a:solidFill>
              <a:schemeClr val="lt1"/>
            </a:solidFill>
            <a:prstDash val="solid"/>
            <a:round/>
            <a:headEnd len="sm" w="sm" type="none"/>
            <a:tailEnd len="sm" w="sm" type="none"/>
          </a:ln>
        </p:spPr>
      </p:cxnSp>
      <p:cxnSp>
        <p:nvCxnSpPr>
          <p:cNvPr id="748" name="Google Shape;748;p47"/>
          <p:cNvCxnSpPr/>
          <p:nvPr/>
        </p:nvCxnSpPr>
        <p:spPr>
          <a:xfrm rot="10800000">
            <a:off x="520800" y="2590425"/>
            <a:ext cx="8623200" cy="0"/>
          </a:xfrm>
          <a:prstGeom prst="straightConnector1">
            <a:avLst/>
          </a:prstGeom>
          <a:noFill/>
          <a:ln cap="flat" cmpd="sng" w="9525">
            <a:solidFill>
              <a:schemeClr val="lt1"/>
            </a:solidFill>
            <a:prstDash val="solid"/>
            <a:round/>
            <a:headEnd len="sm" w="sm" type="none"/>
            <a:tailEnd len="sm" w="sm" type="none"/>
          </a:ln>
        </p:spPr>
      </p:cxnSp>
      <p:sp>
        <p:nvSpPr>
          <p:cNvPr id="749" name="Google Shape;749;p47"/>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50" name="Google Shape;750;p47"/>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51" name="Google Shape;751;p47"/>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752" name="Google Shape;752;p4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3" name="Google Shape;753;p4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754" name="Google Shape;754;p4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5" name="Google Shape;755;p4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6" name="Google Shape;756;p47"/>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757" name="Google Shape;757;p4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2">
    <p:bg>
      <p:bgPr>
        <a:solidFill>
          <a:schemeClr val="lt1"/>
        </a:solidFill>
      </p:bgPr>
    </p:bg>
    <p:spTree>
      <p:nvGrpSpPr>
        <p:cNvPr id="758" name="Shape 758"/>
        <p:cNvGrpSpPr/>
        <p:nvPr/>
      </p:nvGrpSpPr>
      <p:grpSpPr>
        <a:xfrm>
          <a:off x="0" y="0"/>
          <a:ext cx="0" cy="0"/>
          <a:chOff x="0" y="0"/>
          <a:chExt cx="0" cy="0"/>
        </a:xfrm>
      </p:grpSpPr>
      <p:grpSp>
        <p:nvGrpSpPr>
          <p:cNvPr id="759" name="Google Shape;759;p48"/>
          <p:cNvGrpSpPr/>
          <p:nvPr/>
        </p:nvGrpSpPr>
        <p:grpSpPr>
          <a:xfrm rot="5400000">
            <a:off x="593777" y="660623"/>
            <a:ext cx="369896" cy="333900"/>
            <a:chOff x="96076" y="654376"/>
            <a:chExt cx="369896" cy="333900"/>
          </a:xfrm>
        </p:grpSpPr>
        <p:cxnSp>
          <p:nvCxnSpPr>
            <p:cNvPr id="760" name="Google Shape;760;p48"/>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761" name="Google Shape;761;p4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62" name="Google Shape;762;p4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63" name="Google Shape;763;p48"/>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3200"/>
              <a:buFont typeface="Gowun Batang"/>
              <a:buNone/>
              <a:defRPr>
                <a:solidFill>
                  <a:schemeClr val="dk1"/>
                </a:solidFill>
              </a:defRPr>
            </a:lvl1pPr>
            <a:lvl2pPr lvl="1">
              <a:spcBef>
                <a:spcPts val="0"/>
              </a:spcBef>
              <a:spcAft>
                <a:spcPts val="0"/>
              </a:spcAft>
              <a:buClr>
                <a:schemeClr val="dk1"/>
              </a:buClr>
              <a:buSzPts val="4400"/>
              <a:buFont typeface="Gowun Batang"/>
              <a:buNone/>
              <a:defRPr sz="4400">
                <a:solidFill>
                  <a:schemeClr val="dk1"/>
                </a:solidFill>
              </a:defRPr>
            </a:lvl2pPr>
            <a:lvl3pPr lvl="2">
              <a:spcBef>
                <a:spcPts val="0"/>
              </a:spcBef>
              <a:spcAft>
                <a:spcPts val="0"/>
              </a:spcAft>
              <a:buClr>
                <a:schemeClr val="dk1"/>
              </a:buClr>
              <a:buSzPts val="4400"/>
              <a:buFont typeface="Gowun Batang"/>
              <a:buNone/>
              <a:defRPr sz="4400">
                <a:solidFill>
                  <a:schemeClr val="dk1"/>
                </a:solidFill>
              </a:defRPr>
            </a:lvl3pPr>
            <a:lvl4pPr lvl="3">
              <a:spcBef>
                <a:spcPts val="0"/>
              </a:spcBef>
              <a:spcAft>
                <a:spcPts val="0"/>
              </a:spcAft>
              <a:buClr>
                <a:schemeClr val="dk1"/>
              </a:buClr>
              <a:buSzPts val="4400"/>
              <a:buFont typeface="Gowun Batang"/>
              <a:buNone/>
              <a:defRPr sz="4400">
                <a:solidFill>
                  <a:schemeClr val="dk1"/>
                </a:solidFill>
              </a:defRPr>
            </a:lvl4pPr>
            <a:lvl5pPr lvl="4">
              <a:spcBef>
                <a:spcPts val="0"/>
              </a:spcBef>
              <a:spcAft>
                <a:spcPts val="0"/>
              </a:spcAft>
              <a:buClr>
                <a:schemeClr val="dk1"/>
              </a:buClr>
              <a:buSzPts val="4400"/>
              <a:buFont typeface="Gowun Batang"/>
              <a:buNone/>
              <a:defRPr sz="4400">
                <a:solidFill>
                  <a:schemeClr val="dk1"/>
                </a:solidFill>
              </a:defRPr>
            </a:lvl5pPr>
            <a:lvl6pPr lvl="5">
              <a:spcBef>
                <a:spcPts val="0"/>
              </a:spcBef>
              <a:spcAft>
                <a:spcPts val="0"/>
              </a:spcAft>
              <a:buClr>
                <a:schemeClr val="dk1"/>
              </a:buClr>
              <a:buSzPts val="4400"/>
              <a:buFont typeface="Gowun Batang"/>
              <a:buNone/>
              <a:defRPr sz="4400">
                <a:solidFill>
                  <a:schemeClr val="dk1"/>
                </a:solidFill>
              </a:defRPr>
            </a:lvl6pPr>
            <a:lvl7pPr lvl="6">
              <a:spcBef>
                <a:spcPts val="0"/>
              </a:spcBef>
              <a:spcAft>
                <a:spcPts val="0"/>
              </a:spcAft>
              <a:buClr>
                <a:schemeClr val="dk1"/>
              </a:buClr>
              <a:buSzPts val="4400"/>
              <a:buFont typeface="Gowun Batang"/>
              <a:buNone/>
              <a:defRPr sz="4400">
                <a:solidFill>
                  <a:schemeClr val="dk1"/>
                </a:solidFill>
              </a:defRPr>
            </a:lvl7pPr>
            <a:lvl8pPr lvl="7">
              <a:spcBef>
                <a:spcPts val="0"/>
              </a:spcBef>
              <a:spcAft>
                <a:spcPts val="0"/>
              </a:spcAft>
              <a:buClr>
                <a:schemeClr val="dk1"/>
              </a:buClr>
              <a:buSzPts val="4400"/>
              <a:buFont typeface="Gowun Batang"/>
              <a:buNone/>
              <a:defRPr sz="4400">
                <a:solidFill>
                  <a:schemeClr val="dk1"/>
                </a:solidFill>
              </a:defRPr>
            </a:lvl8pPr>
            <a:lvl9pPr lvl="8">
              <a:spcBef>
                <a:spcPts val="0"/>
              </a:spcBef>
              <a:spcAft>
                <a:spcPts val="0"/>
              </a:spcAft>
              <a:buClr>
                <a:schemeClr val="dk1"/>
              </a:buClr>
              <a:buSzPts val="4400"/>
              <a:buFont typeface="Gowun Batang"/>
              <a:buNone/>
              <a:defRPr sz="4400">
                <a:solidFill>
                  <a:schemeClr val="dk1"/>
                </a:solidFill>
              </a:defRPr>
            </a:lvl9pPr>
          </a:lstStyle>
          <a:p/>
        </p:txBody>
      </p:sp>
      <p:sp>
        <p:nvSpPr>
          <p:cNvPr id="764" name="Google Shape;764;p48"/>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
        <p:nvSpPr>
          <p:cNvPr id="765" name="Google Shape;765;p48"/>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66" name="Google Shape;766;p48"/>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767" name="Google Shape;767;p48"/>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768" name="Google Shape;768;p48"/>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769" name="Google Shape;769;p48"/>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70" name="Google Shape;770;p4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71" name="Google Shape;771;p48"/>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72" name="Google Shape;772;p48"/>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73" name="Google Shape;773;p48"/>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LANK_1_1_1">
    <p:bg>
      <p:bgPr>
        <a:solidFill>
          <a:schemeClr val="lt2"/>
        </a:solidFill>
      </p:bgPr>
    </p:bg>
    <p:spTree>
      <p:nvGrpSpPr>
        <p:cNvPr id="774" name="Shape 774"/>
        <p:cNvGrpSpPr/>
        <p:nvPr/>
      </p:nvGrpSpPr>
      <p:grpSpPr>
        <a:xfrm>
          <a:off x="0" y="0"/>
          <a:ext cx="0" cy="0"/>
          <a:chOff x="0" y="0"/>
          <a:chExt cx="0" cy="0"/>
        </a:xfrm>
      </p:grpSpPr>
      <p:grpSp>
        <p:nvGrpSpPr>
          <p:cNvPr id="775" name="Google Shape;775;p49"/>
          <p:cNvGrpSpPr/>
          <p:nvPr/>
        </p:nvGrpSpPr>
        <p:grpSpPr>
          <a:xfrm rot="5400000">
            <a:off x="593777" y="654575"/>
            <a:ext cx="369896" cy="333900"/>
            <a:chOff x="96076" y="654376"/>
            <a:chExt cx="369896" cy="333900"/>
          </a:xfrm>
        </p:grpSpPr>
        <p:cxnSp>
          <p:nvCxnSpPr>
            <p:cNvPr id="776" name="Google Shape;776;p4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77" name="Google Shape;777;p4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78" name="Google Shape;778;p4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79" name="Google Shape;779;p49"/>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80" name="Google Shape;780;p4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81" name="Google Shape;781;p4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2" name="Google Shape;782;p4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3" name="Google Shape;783;p4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4" name="Google Shape;784;p4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5" name="Google Shape;785;p49"/>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86" name="Google Shape;786;p49"/>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87" name="Google Shape;787;p49"/>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88" name="Google Shape;788;p49"/>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_2">
    <p:bg>
      <p:bgPr>
        <a:solidFill>
          <a:schemeClr val="lt2"/>
        </a:solidFill>
      </p:bgPr>
    </p:bg>
    <p:spTree>
      <p:nvGrpSpPr>
        <p:cNvPr id="789" name="Shape 789"/>
        <p:cNvGrpSpPr/>
        <p:nvPr/>
      </p:nvGrpSpPr>
      <p:grpSpPr>
        <a:xfrm>
          <a:off x="0" y="0"/>
          <a:ext cx="0" cy="0"/>
          <a:chOff x="0" y="0"/>
          <a:chExt cx="0" cy="0"/>
        </a:xfrm>
      </p:grpSpPr>
      <p:grpSp>
        <p:nvGrpSpPr>
          <p:cNvPr id="790" name="Google Shape;790;p50"/>
          <p:cNvGrpSpPr/>
          <p:nvPr/>
        </p:nvGrpSpPr>
        <p:grpSpPr>
          <a:xfrm rot="5400000">
            <a:off x="593777" y="658085"/>
            <a:ext cx="369896" cy="333900"/>
            <a:chOff x="96076" y="654376"/>
            <a:chExt cx="369896" cy="333900"/>
          </a:xfrm>
        </p:grpSpPr>
        <p:cxnSp>
          <p:nvCxnSpPr>
            <p:cNvPr id="791" name="Google Shape;791;p5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92" name="Google Shape;792;p5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93" name="Google Shape;793;p5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94" name="Google Shape;794;p50"/>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95" name="Google Shape;795;p5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96" name="Google Shape;796;p5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97" name="Google Shape;797;p5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98" name="Google Shape;798;p5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99" name="Google Shape;799;p5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0" name="Google Shape;800;p50"/>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01" name="Google Shape;801;p50"/>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
        <p:nvSpPr>
          <p:cNvPr id="802" name="Google Shape;802;p50"/>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803" name="Google Shape;803;p50"/>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804" name="Google Shape;804;p50"/>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05" name="Google Shape;805;p50"/>
          <p:cNvSpPr txBox="1"/>
          <p:nvPr>
            <p:ph idx="4"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06" name="Google Shape;806;p50"/>
          <p:cNvSpPr txBox="1"/>
          <p:nvPr>
            <p:ph idx="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07" name="Google Shape;807;p50"/>
          <p:cNvSpPr txBox="1"/>
          <p:nvPr>
            <p:ph idx="6"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
        <p:nvSpPr>
          <p:cNvPr id="808" name="Google Shape;808;p50"/>
          <p:cNvSpPr txBox="1"/>
          <p:nvPr>
            <p:ph idx="7" type="title"/>
          </p:nvPr>
        </p:nvSpPr>
        <p:spPr>
          <a:xfrm>
            <a:off x="501925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bg>
      <p:bgPr>
        <a:solidFill>
          <a:schemeClr val="lt2"/>
        </a:solidFill>
      </p:bgPr>
    </p:bg>
    <p:spTree>
      <p:nvGrpSpPr>
        <p:cNvPr id="809" name="Shape 809"/>
        <p:cNvGrpSpPr/>
        <p:nvPr/>
      </p:nvGrpSpPr>
      <p:grpSpPr>
        <a:xfrm>
          <a:off x="0" y="0"/>
          <a:ext cx="0" cy="0"/>
          <a:chOff x="0" y="0"/>
          <a:chExt cx="0" cy="0"/>
        </a:xfrm>
      </p:grpSpPr>
      <p:grpSp>
        <p:nvGrpSpPr>
          <p:cNvPr id="810" name="Google Shape;810;p51"/>
          <p:cNvGrpSpPr/>
          <p:nvPr/>
        </p:nvGrpSpPr>
        <p:grpSpPr>
          <a:xfrm rot="5400000">
            <a:off x="593777" y="658085"/>
            <a:ext cx="369896" cy="333900"/>
            <a:chOff x="96076" y="654376"/>
            <a:chExt cx="369896" cy="333900"/>
          </a:xfrm>
        </p:grpSpPr>
        <p:cxnSp>
          <p:nvCxnSpPr>
            <p:cNvPr id="811" name="Google Shape;811;p51"/>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12" name="Google Shape;812;p5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13" name="Google Shape;813;p5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14" name="Google Shape;814;p51"/>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15" name="Google Shape;815;p51"/>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16" name="Google Shape;816;p5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7" name="Google Shape;817;p5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8" name="Google Shape;818;p51"/>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9" name="Google Shape;819;p51"/>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20" name="Google Shape;820;p51"/>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_2">
    <p:bg>
      <p:bgPr>
        <a:solidFill>
          <a:schemeClr val="lt2"/>
        </a:solidFill>
      </p:bgPr>
    </p:bg>
    <p:spTree>
      <p:nvGrpSpPr>
        <p:cNvPr id="821" name="Shape 821"/>
        <p:cNvGrpSpPr/>
        <p:nvPr/>
      </p:nvGrpSpPr>
      <p:grpSpPr>
        <a:xfrm>
          <a:off x="0" y="0"/>
          <a:ext cx="0" cy="0"/>
          <a:chOff x="0" y="0"/>
          <a:chExt cx="0" cy="0"/>
        </a:xfrm>
      </p:grpSpPr>
      <p:grpSp>
        <p:nvGrpSpPr>
          <p:cNvPr id="822" name="Google Shape;822;p52"/>
          <p:cNvGrpSpPr/>
          <p:nvPr/>
        </p:nvGrpSpPr>
        <p:grpSpPr>
          <a:xfrm rot="5400000">
            <a:off x="593777" y="658085"/>
            <a:ext cx="369896" cy="333900"/>
            <a:chOff x="96076" y="654376"/>
            <a:chExt cx="369896" cy="333900"/>
          </a:xfrm>
        </p:grpSpPr>
        <p:cxnSp>
          <p:nvCxnSpPr>
            <p:cNvPr id="823" name="Google Shape;823;p5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24" name="Google Shape;824;p5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25" name="Google Shape;825;p5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26" name="Google Shape;826;p52"/>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27" name="Google Shape;827;p5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28" name="Google Shape;828;p5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29" name="Google Shape;829;p5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30" name="Google Shape;830;p5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1" name="Google Shape;831;p5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2" name="Google Shape;832;p52"/>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33" name="Google Shape;833;p5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34" name="Google Shape;834;p52"/>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35" name="Google Shape;835;p5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BLANK_1_1_1_1_1">
    <p:bg>
      <p:bgPr>
        <a:solidFill>
          <a:schemeClr val="lt2"/>
        </a:solidFill>
      </p:bgPr>
    </p:bg>
    <p:spTree>
      <p:nvGrpSpPr>
        <p:cNvPr id="836" name="Shape 836"/>
        <p:cNvGrpSpPr/>
        <p:nvPr/>
      </p:nvGrpSpPr>
      <p:grpSpPr>
        <a:xfrm>
          <a:off x="0" y="0"/>
          <a:ext cx="0" cy="0"/>
          <a:chOff x="0" y="0"/>
          <a:chExt cx="0" cy="0"/>
        </a:xfrm>
      </p:grpSpPr>
      <p:grpSp>
        <p:nvGrpSpPr>
          <p:cNvPr id="837" name="Google Shape;837;p53"/>
          <p:cNvGrpSpPr/>
          <p:nvPr/>
        </p:nvGrpSpPr>
        <p:grpSpPr>
          <a:xfrm rot="5400000">
            <a:off x="593777" y="658085"/>
            <a:ext cx="369896" cy="333900"/>
            <a:chOff x="96076" y="654376"/>
            <a:chExt cx="369896" cy="333900"/>
          </a:xfrm>
        </p:grpSpPr>
        <p:cxnSp>
          <p:nvCxnSpPr>
            <p:cNvPr id="838" name="Google Shape;838;p5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39" name="Google Shape;839;p5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40" name="Google Shape;840;p5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41" name="Google Shape;841;p53"/>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42" name="Google Shape;842;p5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43" name="Google Shape;843;p5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44" name="Google Shape;844;p5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45" name="Google Shape;845;p53"/>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46" name="Google Shape;846;p5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47" name="Google Shape;847;p53"/>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48" name="Google Shape;848;p53"/>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ALT 1">
  <p:cSld name="BLANK_1_1_1_1_1_2">
    <p:bg>
      <p:bgPr>
        <a:solidFill>
          <a:schemeClr val="lt2"/>
        </a:solidFill>
      </p:bgPr>
    </p:bg>
    <p:spTree>
      <p:nvGrpSpPr>
        <p:cNvPr id="849" name="Shape 849"/>
        <p:cNvGrpSpPr/>
        <p:nvPr/>
      </p:nvGrpSpPr>
      <p:grpSpPr>
        <a:xfrm>
          <a:off x="0" y="0"/>
          <a:ext cx="0" cy="0"/>
          <a:chOff x="0" y="0"/>
          <a:chExt cx="0" cy="0"/>
        </a:xfrm>
      </p:grpSpPr>
      <p:grpSp>
        <p:nvGrpSpPr>
          <p:cNvPr id="850" name="Google Shape;850;p54"/>
          <p:cNvGrpSpPr/>
          <p:nvPr/>
        </p:nvGrpSpPr>
        <p:grpSpPr>
          <a:xfrm rot="5400000">
            <a:off x="593777" y="658085"/>
            <a:ext cx="369896" cy="333900"/>
            <a:chOff x="96076" y="654376"/>
            <a:chExt cx="369896" cy="333900"/>
          </a:xfrm>
        </p:grpSpPr>
        <p:cxnSp>
          <p:nvCxnSpPr>
            <p:cNvPr id="851" name="Google Shape;851;p5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52" name="Google Shape;852;p5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53" name="Google Shape;853;p5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54" name="Google Shape;854;p54"/>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55" name="Google Shape;855;p5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56" name="Google Shape;856;p5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57" name="Google Shape;857;p5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58" name="Google Shape;858;p5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59" name="Google Shape;859;p5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60" name="Google Shape;860;p54"/>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61" name="Google Shape;861;p54"/>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62" name="Google Shape;862;p54"/>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63" name="Google Shape;863;p54"/>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64" name="Google Shape;864;p54"/>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65" name="Google Shape;865;p54"/>
          <p:cNvSpPr txBox="1"/>
          <p:nvPr>
            <p:ph idx="5"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lt2"/>
        </a:solidFill>
      </p:bgPr>
    </p:bg>
    <p:spTree>
      <p:nvGrpSpPr>
        <p:cNvPr id="866" name="Shape 866"/>
        <p:cNvGrpSpPr/>
        <p:nvPr/>
      </p:nvGrpSpPr>
      <p:grpSpPr>
        <a:xfrm>
          <a:off x="0" y="0"/>
          <a:ext cx="0" cy="0"/>
          <a:chOff x="0" y="0"/>
          <a:chExt cx="0" cy="0"/>
        </a:xfrm>
      </p:grpSpPr>
      <p:cxnSp>
        <p:nvCxnSpPr>
          <p:cNvPr id="867" name="Google Shape;867;p55"/>
          <p:cNvCxnSpPr/>
          <p:nvPr/>
        </p:nvCxnSpPr>
        <p:spPr>
          <a:xfrm>
            <a:off x="514575"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68" name="Google Shape;868;p55"/>
          <p:cNvCxnSpPr/>
          <p:nvPr/>
        </p:nvCxnSpPr>
        <p:spPr>
          <a:xfrm>
            <a:off x="8622600"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69" name="Google Shape;869;p55"/>
          <p:cNvCxnSpPr/>
          <p:nvPr/>
        </p:nvCxnSpPr>
        <p:spPr>
          <a:xfrm>
            <a:off x="-675" y="521125"/>
            <a:ext cx="9145200" cy="0"/>
          </a:xfrm>
          <a:prstGeom prst="straightConnector1">
            <a:avLst/>
          </a:prstGeom>
          <a:noFill/>
          <a:ln cap="flat" cmpd="sng" w="9525">
            <a:solidFill>
              <a:schemeClr val="lt1"/>
            </a:solidFill>
            <a:prstDash val="solid"/>
            <a:round/>
            <a:headEnd len="sm" w="sm" type="none"/>
            <a:tailEnd len="sm" w="sm" type="none"/>
          </a:ln>
        </p:spPr>
      </p:cxnSp>
      <p:cxnSp>
        <p:nvCxnSpPr>
          <p:cNvPr id="870" name="Google Shape;870;p55"/>
          <p:cNvCxnSpPr/>
          <p:nvPr/>
        </p:nvCxnSpPr>
        <p:spPr>
          <a:xfrm>
            <a:off x="-675" y="4619425"/>
            <a:ext cx="9145200" cy="0"/>
          </a:xfrm>
          <a:prstGeom prst="straightConnector1">
            <a:avLst/>
          </a:prstGeom>
          <a:noFill/>
          <a:ln cap="flat" cmpd="sng" w="9525">
            <a:solidFill>
              <a:schemeClr val="lt1"/>
            </a:solidFill>
            <a:prstDash val="solid"/>
            <a:round/>
            <a:headEnd len="sm" w="sm" type="none"/>
            <a:tailEnd len="sm" w="sm" type="none"/>
          </a:ln>
        </p:spPr>
      </p:cxnSp>
      <p:sp>
        <p:nvSpPr>
          <p:cNvPr id="871" name="Google Shape;871;p55"/>
          <p:cNvSpPr txBox="1"/>
          <p:nvPr>
            <p:ph type="title"/>
          </p:nvPr>
        </p:nvSpPr>
        <p:spPr>
          <a:xfrm>
            <a:off x="511600" y="1703125"/>
            <a:ext cx="8111100" cy="173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400"/>
              <a:buFont typeface="Gowun Batang"/>
              <a:buNone/>
              <a:defRPr sz="4400"/>
            </a:lvl1pPr>
            <a:lvl2pPr lvl="1" algn="ctr">
              <a:spcBef>
                <a:spcPts val="0"/>
              </a:spcBef>
              <a:spcAft>
                <a:spcPts val="0"/>
              </a:spcAft>
              <a:buClr>
                <a:schemeClr val="lt1"/>
              </a:buClr>
              <a:buSzPts val="5500"/>
              <a:buFont typeface="Gowun Batang"/>
              <a:buNone/>
              <a:defRPr sz="5500"/>
            </a:lvl2pPr>
            <a:lvl3pPr lvl="2" algn="ctr">
              <a:spcBef>
                <a:spcPts val="0"/>
              </a:spcBef>
              <a:spcAft>
                <a:spcPts val="0"/>
              </a:spcAft>
              <a:buClr>
                <a:schemeClr val="lt1"/>
              </a:buClr>
              <a:buSzPts val="5500"/>
              <a:buFont typeface="Gowun Batang"/>
              <a:buNone/>
              <a:defRPr sz="5500"/>
            </a:lvl3pPr>
            <a:lvl4pPr lvl="3" algn="ctr">
              <a:spcBef>
                <a:spcPts val="0"/>
              </a:spcBef>
              <a:spcAft>
                <a:spcPts val="0"/>
              </a:spcAft>
              <a:buClr>
                <a:schemeClr val="lt1"/>
              </a:buClr>
              <a:buSzPts val="5500"/>
              <a:buFont typeface="Gowun Batang"/>
              <a:buNone/>
              <a:defRPr sz="5500"/>
            </a:lvl4pPr>
            <a:lvl5pPr lvl="4" algn="ctr">
              <a:spcBef>
                <a:spcPts val="0"/>
              </a:spcBef>
              <a:spcAft>
                <a:spcPts val="0"/>
              </a:spcAft>
              <a:buClr>
                <a:schemeClr val="lt1"/>
              </a:buClr>
              <a:buSzPts val="5500"/>
              <a:buFont typeface="Gowun Batang"/>
              <a:buNone/>
              <a:defRPr sz="5500"/>
            </a:lvl5pPr>
            <a:lvl6pPr lvl="5" algn="ctr">
              <a:spcBef>
                <a:spcPts val="0"/>
              </a:spcBef>
              <a:spcAft>
                <a:spcPts val="0"/>
              </a:spcAft>
              <a:buClr>
                <a:schemeClr val="lt1"/>
              </a:buClr>
              <a:buSzPts val="5500"/>
              <a:buFont typeface="Gowun Batang"/>
              <a:buNone/>
              <a:defRPr sz="5500"/>
            </a:lvl6pPr>
            <a:lvl7pPr lvl="6" algn="ctr">
              <a:spcBef>
                <a:spcPts val="0"/>
              </a:spcBef>
              <a:spcAft>
                <a:spcPts val="0"/>
              </a:spcAft>
              <a:buClr>
                <a:schemeClr val="lt1"/>
              </a:buClr>
              <a:buSzPts val="5500"/>
              <a:buFont typeface="Gowun Batang"/>
              <a:buNone/>
              <a:defRPr sz="5500"/>
            </a:lvl7pPr>
            <a:lvl8pPr lvl="7" algn="ctr">
              <a:spcBef>
                <a:spcPts val="0"/>
              </a:spcBef>
              <a:spcAft>
                <a:spcPts val="0"/>
              </a:spcAft>
              <a:buClr>
                <a:schemeClr val="lt1"/>
              </a:buClr>
              <a:buSzPts val="5500"/>
              <a:buFont typeface="Gowun Batang"/>
              <a:buNone/>
              <a:defRPr sz="5500"/>
            </a:lvl8pPr>
            <a:lvl9pPr lvl="8" algn="ctr">
              <a:spcBef>
                <a:spcPts val="0"/>
              </a:spcBef>
              <a:spcAft>
                <a:spcPts val="0"/>
              </a:spcAft>
              <a:buClr>
                <a:schemeClr val="lt1"/>
              </a:buClr>
              <a:buSzPts val="5500"/>
              <a:buFont typeface="Gowun Batang"/>
              <a:buNone/>
              <a:defRPr sz="55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BLANK_1_1_1_1_1_1_1_1_2_3">
    <p:bg>
      <p:bgPr>
        <a:solidFill>
          <a:schemeClr val="lt2"/>
        </a:solidFill>
      </p:bgPr>
    </p:bg>
    <p:spTree>
      <p:nvGrpSpPr>
        <p:cNvPr id="872" name="Shape 872"/>
        <p:cNvGrpSpPr/>
        <p:nvPr/>
      </p:nvGrpSpPr>
      <p:grpSpPr>
        <a:xfrm>
          <a:off x="0" y="0"/>
          <a:ext cx="0" cy="0"/>
          <a:chOff x="0" y="0"/>
          <a:chExt cx="0" cy="0"/>
        </a:xfrm>
      </p:grpSpPr>
      <p:sp>
        <p:nvSpPr>
          <p:cNvPr id="873" name="Google Shape;873;p56"/>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74" name="Google Shape;874;p5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75" name="Google Shape;875;p5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76" name="Google Shape;876;p56"/>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77" name="Google Shape;877;p5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8" name="Google Shape;878;p56"/>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ALT 1">
  <p:cSld name="BLANK_1_1_1_1_1_1_1_1_2_3_1">
    <p:bg>
      <p:bgPr>
        <a:solidFill>
          <a:schemeClr val="lt2"/>
        </a:solidFill>
      </p:bgPr>
    </p:bg>
    <p:spTree>
      <p:nvGrpSpPr>
        <p:cNvPr id="879" name="Shape 879"/>
        <p:cNvGrpSpPr/>
        <p:nvPr/>
      </p:nvGrpSpPr>
      <p:grpSpPr>
        <a:xfrm>
          <a:off x="0" y="0"/>
          <a:ext cx="0" cy="0"/>
          <a:chOff x="0" y="0"/>
          <a:chExt cx="0" cy="0"/>
        </a:xfrm>
      </p:grpSpPr>
      <p:sp>
        <p:nvSpPr>
          <p:cNvPr id="880" name="Google Shape;880;p57"/>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81" name="Google Shape;881;p5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82" name="Google Shape;882;p5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83" name="Google Shape;883;p57"/>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84" name="Google Shape;884;p5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85" name="Google Shape;885;p57"/>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886" name="Google Shape;886;p57"/>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87" name="Google Shape;887;p57"/>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8" name="Google Shape;888;p57"/>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 Dark ALT">
  <p:cSld name="BLANK_1_1_1_1_1_1_1_1_2_2">
    <p:bg>
      <p:bgPr>
        <a:solidFill>
          <a:schemeClr val="dk2"/>
        </a:solidFill>
      </p:bgPr>
    </p:bg>
    <p:spTree>
      <p:nvGrpSpPr>
        <p:cNvPr id="889" name="Shape 889"/>
        <p:cNvGrpSpPr/>
        <p:nvPr/>
      </p:nvGrpSpPr>
      <p:grpSpPr>
        <a:xfrm>
          <a:off x="0" y="0"/>
          <a:ext cx="0" cy="0"/>
          <a:chOff x="0" y="0"/>
          <a:chExt cx="0" cy="0"/>
        </a:xfrm>
      </p:grpSpPr>
      <p:sp>
        <p:nvSpPr>
          <p:cNvPr id="890" name="Google Shape;890;p58"/>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91" name="Google Shape;891;p58"/>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92" name="Google Shape;892;p58"/>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93" name="Google Shape;893;p5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94" name="Google Shape;894;p58"/>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95" name="Google Shape;895;p58"/>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96" name="Google Shape;896;p5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897" name="Google Shape;897;p58"/>
          <p:cNvSpPr txBox="1"/>
          <p:nvPr>
            <p:ph type="title"/>
          </p:nvPr>
        </p:nvSpPr>
        <p:spPr>
          <a:xfrm>
            <a:off x="6773750" y="841725"/>
            <a:ext cx="1848900" cy="364800"/>
          </a:xfrm>
          <a:prstGeom prst="rect">
            <a:avLst/>
          </a:prstGeom>
        </p:spPr>
        <p:txBody>
          <a:bodyPr anchorCtr="0" anchor="ctr" bIns="91425" lIns="182875"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898" name="Google Shape;898;p58"/>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899" name="Google Shape;899;p58"/>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cxnSp>
        <p:nvCxnSpPr>
          <p:cNvPr id="900" name="Google Shape;900;p58"/>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rk ALT">
  <p:cSld name="BLANK_1_1_1_1_1_1_1_1_2_2_1">
    <p:bg>
      <p:bgPr>
        <a:solidFill>
          <a:schemeClr val="dk2"/>
        </a:solidFill>
      </p:bgPr>
    </p:bg>
    <p:spTree>
      <p:nvGrpSpPr>
        <p:cNvPr id="901" name="Shape 901"/>
        <p:cNvGrpSpPr/>
        <p:nvPr/>
      </p:nvGrpSpPr>
      <p:grpSpPr>
        <a:xfrm>
          <a:off x="0" y="0"/>
          <a:ext cx="0" cy="0"/>
          <a:chOff x="0" y="0"/>
          <a:chExt cx="0" cy="0"/>
        </a:xfrm>
      </p:grpSpPr>
      <p:sp>
        <p:nvSpPr>
          <p:cNvPr id="902" name="Google Shape;902;p59"/>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903" name="Google Shape;903;p59"/>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904" name="Google Shape;904;p59"/>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905" name="Google Shape;905;p59"/>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906" name="Google Shape;906;p59"/>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07" name="Google Shape;907;p59"/>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08" name="Google Shape;908;p5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09" name="Google Shape;909;p59"/>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
        <p:nvSpPr>
          <p:cNvPr id="910" name="Google Shape;910;p59"/>
          <p:cNvSpPr txBox="1"/>
          <p:nvPr>
            <p:ph idx="4"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
    <p:bg>
      <p:bgPr>
        <a:solidFill>
          <a:schemeClr val="lt2"/>
        </a:solidFill>
      </p:bgPr>
    </p:bg>
    <p:spTree>
      <p:nvGrpSpPr>
        <p:cNvPr id="911" name="Shape 911"/>
        <p:cNvGrpSpPr/>
        <p:nvPr/>
      </p:nvGrpSpPr>
      <p:grpSpPr>
        <a:xfrm>
          <a:off x="0" y="0"/>
          <a:ext cx="0" cy="0"/>
          <a:chOff x="0" y="0"/>
          <a:chExt cx="0" cy="0"/>
        </a:xfrm>
      </p:grpSpPr>
      <p:cxnSp>
        <p:nvCxnSpPr>
          <p:cNvPr id="912" name="Google Shape;912;p6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13" name="Google Shape;913;p6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14" name="Google Shape;914;p6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15" name="Google Shape;915;p6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916" name="Google Shape;916;p60"/>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917" name="Google Shape;917;p60"/>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 ALT 1">
  <p:cSld name="BLANK_1_1_1_1_1_1_1_1_1_2">
    <p:bg>
      <p:bgPr>
        <a:solidFill>
          <a:schemeClr val="lt2"/>
        </a:solidFill>
      </p:bgPr>
    </p:bg>
    <p:spTree>
      <p:nvGrpSpPr>
        <p:cNvPr id="918" name="Shape 918"/>
        <p:cNvGrpSpPr/>
        <p:nvPr/>
      </p:nvGrpSpPr>
      <p:grpSpPr>
        <a:xfrm>
          <a:off x="0" y="0"/>
          <a:ext cx="0" cy="0"/>
          <a:chOff x="0" y="0"/>
          <a:chExt cx="0" cy="0"/>
        </a:xfrm>
      </p:grpSpPr>
      <p:cxnSp>
        <p:nvCxnSpPr>
          <p:cNvPr id="919" name="Google Shape;919;p6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20" name="Google Shape;920;p6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21" name="Google Shape;921;p6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22" name="Google Shape;922;p6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923" name="Google Shape;923;p61"/>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924" name="Google Shape;924;p61"/>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
        <p:nvSpPr>
          <p:cNvPr id="925" name="Google Shape;925;p61"/>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26" name="Google Shape;926;p61"/>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27" name="Google Shape;927;p61"/>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28" name="Google Shape;928;p61"/>
          <p:cNvSpPr txBox="1"/>
          <p:nvPr>
            <p:ph idx="5" type="title"/>
          </p:nvPr>
        </p:nvSpPr>
        <p:spPr>
          <a:xfrm>
            <a:off x="5019300" y="91975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2">
  <p:cSld name="BLANK_1_1_1_1_1_1_1_1_1_1_2">
    <p:bg>
      <p:bgPr>
        <a:solidFill>
          <a:schemeClr val="lt2"/>
        </a:solidFill>
      </p:bgPr>
    </p:bg>
    <p:spTree>
      <p:nvGrpSpPr>
        <p:cNvPr id="929" name="Shape 929"/>
        <p:cNvGrpSpPr/>
        <p:nvPr/>
      </p:nvGrpSpPr>
      <p:grpSpPr>
        <a:xfrm>
          <a:off x="0" y="0"/>
          <a:ext cx="0" cy="0"/>
          <a:chOff x="0" y="0"/>
          <a:chExt cx="0" cy="0"/>
        </a:xfrm>
      </p:grpSpPr>
      <p:sp>
        <p:nvSpPr>
          <p:cNvPr id="930" name="Google Shape;930;p62"/>
          <p:cNvSpPr/>
          <p:nvPr/>
        </p:nvSpPr>
        <p:spPr>
          <a:xfrm>
            <a:off x="3456825" y="841725"/>
            <a:ext cx="2763600" cy="430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931" name="Google Shape;931;p62"/>
          <p:cNvSpPr txBox="1"/>
          <p:nvPr>
            <p:ph idx="1" type="subTitle"/>
          </p:nvPr>
        </p:nvSpPr>
        <p:spPr>
          <a:xfrm>
            <a:off x="10353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932" name="Google Shape;932;p62"/>
          <p:cNvSpPr txBox="1"/>
          <p:nvPr>
            <p:ph idx="2" type="subTitle"/>
          </p:nvPr>
        </p:nvSpPr>
        <p:spPr>
          <a:xfrm>
            <a:off x="67257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933" name="Google Shape;933;p62"/>
          <p:cNvSpPr txBox="1"/>
          <p:nvPr>
            <p:ph idx="3" type="subTitle"/>
          </p:nvPr>
        </p:nvSpPr>
        <p:spPr>
          <a:xfrm>
            <a:off x="3887200"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934" name="Google Shape;934;p62"/>
          <p:cNvSpPr txBox="1"/>
          <p:nvPr>
            <p:ph type="title"/>
          </p:nvPr>
        </p:nvSpPr>
        <p:spPr>
          <a:xfrm>
            <a:off x="25115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935" name="Google Shape;935;p62"/>
          <p:cNvSpPr txBox="1"/>
          <p:nvPr>
            <p:ph idx="4" type="title"/>
          </p:nvPr>
        </p:nvSpPr>
        <p:spPr>
          <a:xfrm>
            <a:off x="82019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936" name="Google Shape;936;p62"/>
          <p:cNvSpPr txBox="1"/>
          <p:nvPr>
            <p:ph idx="5" type="title"/>
          </p:nvPr>
        </p:nvSpPr>
        <p:spPr>
          <a:xfrm>
            <a:off x="11791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937" name="Google Shape;937;p62"/>
          <p:cNvSpPr txBox="1"/>
          <p:nvPr>
            <p:ph idx="6" type="title"/>
          </p:nvPr>
        </p:nvSpPr>
        <p:spPr>
          <a:xfrm>
            <a:off x="68695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938" name="Google Shape;938;p62"/>
          <p:cNvSpPr txBox="1"/>
          <p:nvPr>
            <p:ph idx="7" type="title"/>
          </p:nvPr>
        </p:nvSpPr>
        <p:spPr>
          <a:xfrm>
            <a:off x="490600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939" name="Google Shape;939;p62"/>
          <p:cNvSpPr txBox="1"/>
          <p:nvPr>
            <p:ph idx="8" type="title"/>
          </p:nvPr>
        </p:nvSpPr>
        <p:spPr>
          <a:xfrm>
            <a:off x="5363375"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940" name="Google Shape;940;p62"/>
          <p:cNvSpPr txBox="1"/>
          <p:nvPr>
            <p:ph idx="9" type="body"/>
          </p:nvPr>
        </p:nvSpPr>
        <p:spPr>
          <a:xfrm>
            <a:off x="922250"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41" name="Google Shape;941;p62"/>
          <p:cNvSpPr txBox="1"/>
          <p:nvPr>
            <p:ph idx="13" type="body"/>
          </p:nvPr>
        </p:nvSpPr>
        <p:spPr>
          <a:xfrm>
            <a:off x="6613213"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42" name="Google Shape;942;p62"/>
          <p:cNvSpPr txBox="1"/>
          <p:nvPr>
            <p:ph idx="14" type="body"/>
          </p:nvPr>
        </p:nvSpPr>
        <p:spPr>
          <a:xfrm>
            <a:off x="3767726"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43" name="Google Shape;943;p62"/>
          <p:cNvSpPr txBox="1"/>
          <p:nvPr>
            <p:ph idx="15" type="title"/>
          </p:nvPr>
        </p:nvSpPr>
        <p:spPr>
          <a:xfrm>
            <a:off x="922925"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44" name="Google Shape;944;p62"/>
          <p:cNvCxnSpPr/>
          <p:nvPr/>
        </p:nvCxnSpPr>
        <p:spPr>
          <a:xfrm rot="10800000">
            <a:off x="13529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45" name="Google Shape;945;p62"/>
          <p:cNvSpPr/>
          <p:nvPr/>
        </p:nvSpPr>
        <p:spPr>
          <a:xfrm>
            <a:off x="13494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cxnSp>
        <p:nvCxnSpPr>
          <p:cNvPr id="946" name="Google Shape;946;p62"/>
          <p:cNvCxnSpPr/>
          <p:nvPr/>
        </p:nvCxnSpPr>
        <p:spPr>
          <a:xfrm rot="10800000">
            <a:off x="10353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47" name="Google Shape;947;p62"/>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48" name="Google Shape;948;p62"/>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49" name="Google Shape;949;p62"/>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50" name="Google Shape;950;p6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51" name="Google Shape;951;p6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52" name="Google Shape;952;p6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53" name="Google Shape;953;p6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54" name="Google Shape;954;p6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955" name="Google Shape;955;p62"/>
          <p:cNvSpPr txBox="1"/>
          <p:nvPr>
            <p:ph idx="19"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956" name="Google Shape;956;p62"/>
          <p:cNvCxnSpPr/>
          <p:nvPr/>
        </p:nvCxnSpPr>
        <p:spPr>
          <a:xfrm rot="10800000">
            <a:off x="70433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57" name="Google Shape;957;p62"/>
          <p:cNvSpPr/>
          <p:nvPr/>
        </p:nvSpPr>
        <p:spPr>
          <a:xfrm>
            <a:off x="70398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58" name="Google Shape;958;p62"/>
          <p:cNvCxnSpPr/>
          <p:nvPr/>
        </p:nvCxnSpPr>
        <p:spPr>
          <a:xfrm rot="10800000">
            <a:off x="67257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59" name="Google Shape;959;p62"/>
          <p:cNvSpPr txBox="1"/>
          <p:nvPr>
            <p:ph idx="20" type="title"/>
          </p:nvPr>
        </p:nvSpPr>
        <p:spPr>
          <a:xfrm>
            <a:off x="6613888"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60" name="Google Shape;960;p62"/>
          <p:cNvCxnSpPr/>
          <p:nvPr/>
        </p:nvCxnSpPr>
        <p:spPr>
          <a:xfrm rot="10800000">
            <a:off x="520800" y="2203225"/>
            <a:ext cx="8623200" cy="0"/>
          </a:xfrm>
          <a:prstGeom prst="straightConnector1">
            <a:avLst/>
          </a:prstGeom>
          <a:noFill/>
          <a:ln cap="flat" cmpd="sng" w="9525">
            <a:solidFill>
              <a:schemeClr val="lt1"/>
            </a:solidFill>
            <a:prstDash val="solid"/>
            <a:round/>
            <a:headEnd len="sm" w="sm" type="none"/>
            <a:tailEnd len="sm" w="sm" type="none"/>
          </a:ln>
        </p:spPr>
      </p:cxnSp>
      <p:sp>
        <p:nvSpPr>
          <p:cNvPr id="961" name="Google Shape;961;p62"/>
          <p:cNvSpPr txBox="1"/>
          <p:nvPr>
            <p:ph idx="21" type="title"/>
          </p:nvPr>
        </p:nvSpPr>
        <p:spPr>
          <a:xfrm>
            <a:off x="3768413"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62" name="Google Shape;962;p62"/>
          <p:cNvCxnSpPr/>
          <p:nvPr/>
        </p:nvCxnSpPr>
        <p:spPr>
          <a:xfrm rot="10800000">
            <a:off x="4204772"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63" name="Google Shape;963;p62"/>
          <p:cNvSpPr/>
          <p:nvPr/>
        </p:nvSpPr>
        <p:spPr>
          <a:xfrm>
            <a:off x="5076315" y="4383492"/>
            <a:ext cx="105900" cy="111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64" name="Google Shape;964;p62"/>
          <p:cNvCxnSpPr/>
          <p:nvPr/>
        </p:nvCxnSpPr>
        <p:spPr>
          <a:xfrm rot="10800000">
            <a:off x="3887050" y="4439000"/>
            <a:ext cx="1212600" cy="0"/>
          </a:xfrm>
          <a:prstGeom prst="straightConnector1">
            <a:avLst/>
          </a:prstGeom>
          <a:noFill/>
          <a:ln cap="flat" cmpd="sng" w="19050">
            <a:solidFill>
              <a:schemeClr val="lt1"/>
            </a:solidFill>
            <a:prstDash val="solid"/>
            <a:round/>
            <a:headEnd len="sm" w="sm" type="none"/>
            <a:tailEnd len="sm" w="sm" type="none"/>
          </a:ln>
        </p:spPr>
      </p:cxnSp>
      <p:cxnSp>
        <p:nvCxnSpPr>
          <p:cNvPr id="965" name="Google Shape;965;p62"/>
          <p:cNvCxnSpPr/>
          <p:nvPr/>
        </p:nvCxnSpPr>
        <p:spPr>
          <a:xfrm rot="10800000">
            <a:off x="527025" y="3852400"/>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3">
  <p:cSld name="CUSTOM">
    <p:bg>
      <p:bgPr>
        <a:solidFill>
          <a:schemeClr val="lt1"/>
        </a:solidFill>
      </p:bgPr>
    </p:bg>
    <p:spTree>
      <p:nvGrpSpPr>
        <p:cNvPr id="966" name="Shape 966"/>
        <p:cNvGrpSpPr/>
        <p:nvPr/>
      </p:nvGrpSpPr>
      <p:grpSpPr>
        <a:xfrm>
          <a:off x="0" y="0"/>
          <a:ext cx="0" cy="0"/>
          <a:chOff x="0" y="0"/>
          <a:chExt cx="0" cy="0"/>
        </a:xfrm>
      </p:grpSpPr>
      <p:grpSp>
        <p:nvGrpSpPr>
          <p:cNvPr id="967" name="Google Shape;967;p63"/>
          <p:cNvGrpSpPr/>
          <p:nvPr/>
        </p:nvGrpSpPr>
        <p:grpSpPr>
          <a:xfrm rot="5400000">
            <a:off x="593777" y="658085"/>
            <a:ext cx="369896" cy="333900"/>
            <a:chOff x="96076" y="654376"/>
            <a:chExt cx="369896" cy="333900"/>
          </a:xfrm>
        </p:grpSpPr>
        <p:cxnSp>
          <p:nvCxnSpPr>
            <p:cNvPr id="968" name="Google Shape;968;p63"/>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969" name="Google Shape;969;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70" name="Google Shape;970;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71" name="Google Shape;971;p63"/>
          <p:cNvSpPr txBox="1"/>
          <p:nvPr>
            <p:ph type="title"/>
          </p:nvPr>
        </p:nvSpPr>
        <p:spPr>
          <a:xfrm>
            <a:off x="4322575" y="121745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72" name="Google Shape;972;p63"/>
          <p:cNvSpPr txBox="1"/>
          <p:nvPr>
            <p:ph idx="2" type="title"/>
          </p:nvPr>
        </p:nvSpPr>
        <p:spPr>
          <a:xfrm>
            <a:off x="1040875" y="1217450"/>
            <a:ext cx="3281700" cy="552000"/>
          </a:xfrm>
          <a:prstGeom prst="rect">
            <a:avLst/>
          </a:prstGeom>
        </p:spPr>
        <p:txBody>
          <a:bodyPr anchorCtr="0" anchor="b" bIns="91425" lIns="274300" spcFirstLastPara="1" rIns="182875" wrap="square" tIns="91425">
            <a:noAutofit/>
          </a:bodyPr>
          <a:lstStyle>
            <a:lvl1pPr lvl="0">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1pPr>
            <a:lvl2pPr lvl="1">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2pPr>
            <a:lvl3pPr lvl="2">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3pPr>
            <a:lvl4pPr lvl="3">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4pPr>
            <a:lvl5pPr lvl="4">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5pPr>
            <a:lvl6pPr lvl="5">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6pPr>
            <a:lvl7pPr lvl="6">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7pPr>
            <a:lvl8pPr lvl="7">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8pPr>
            <a:lvl9pPr lvl="8">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9pPr>
          </a:lstStyle>
          <a:p/>
        </p:txBody>
      </p:sp>
      <p:sp>
        <p:nvSpPr>
          <p:cNvPr id="973" name="Google Shape;973;p63"/>
          <p:cNvSpPr txBox="1"/>
          <p:nvPr>
            <p:ph idx="1" type="body"/>
          </p:nvPr>
        </p:nvSpPr>
        <p:spPr>
          <a:xfrm>
            <a:off x="1042100" y="1764975"/>
            <a:ext cx="3281700" cy="293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974" name="Google Shape;974;p63"/>
          <p:cNvSpPr txBox="1"/>
          <p:nvPr>
            <p:ph idx="3" type="subTitle"/>
          </p:nvPr>
        </p:nvSpPr>
        <p:spPr>
          <a:xfrm>
            <a:off x="1040400" y="334925"/>
            <a:ext cx="75825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975" name="Google Shape;975;p63"/>
          <p:cNvSpPr txBox="1"/>
          <p:nvPr>
            <p:ph idx="4" type="title"/>
          </p:nvPr>
        </p:nvSpPr>
        <p:spPr>
          <a:xfrm flipH="1">
            <a:off x="1046175" y="670000"/>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
        <p:nvSpPr>
          <p:cNvPr id="976" name="Google Shape;976;p63"/>
          <p:cNvSpPr/>
          <p:nvPr/>
        </p:nvSpPr>
        <p:spPr>
          <a:xfrm>
            <a:off x="4324853" y="1916138"/>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63"/>
          <p:cNvSpPr/>
          <p:nvPr/>
        </p:nvSpPr>
        <p:spPr>
          <a:xfrm>
            <a:off x="4324853" y="2613500"/>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78" name="Google Shape;978;p63"/>
          <p:cNvCxnSpPr/>
          <p:nvPr/>
        </p:nvCxnSpPr>
        <p:spPr>
          <a:xfrm rot="10800000">
            <a:off x="4324673" y="156706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79" name="Google Shape;979;p63"/>
          <p:cNvCxnSpPr/>
          <p:nvPr/>
        </p:nvCxnSpPr>
        <p:spPr>
          <a:xfrm rot="10800000">
            <a:off x="4324066" y="191528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0" name="Google Shape;980;p63"/>
          <p:cNvCxnSpPr/>
          <p:nvPr/>
        </p:nvCxnSpPr>
        <p:spPr>
          <a:xfrm rot="10800000">
            <a:off x="4324066" y="226444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1" name="Google Shape;981;p63"/>
          <p:cNvCxnSpPr/>
          <p:nvPr/>
        </p:nvCxnSpPr>
        <p:spPr>
          <a:xfrm rot="10800000">
            <a:off x="4324066" y="261266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2" name="Google Shape;982;p63"/>
          <p:cNvCxnSpPr/>
          <p:nvPr/>
        </p:nvCxnSpPr>
        <p:spPr>
          <a:xfrm rot="10800000">
            <a:off x="4323597" y="296182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3" name="Google Shape;983;p63"/>
          <p:cNvCxnSpPr/>
          <p:nvPr/>
        </p:nvCxnSpPr>
        <p:spPr>
          <a:xfrm rot="10800000">
            <a:off x="4324048" y="331111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4" name="Google Shape;984;p63"/>
          <p:cNvCxnSpPr/>
          <p:nvPr/>
        </p:nvCxnSpPr>
        <p:spPr>
          <a:xfrm rot="10800000">
            <a:off x="4323441" y="365933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5" name="Google Shape;985;p63"/>
          <p:cNvCxnSpPr/>
          <p:nvPr/>
        </p:nvCxnSpPr>
        <p:spPr>
          <a:xfrm rot="10800000">
            <a:off x="4323441" y="400849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6" name="Google Shape;986;p63"/>
          <p:cNvCxnSpPr/>
          <p:nvPr/>
        </p:nvCxnSpPr>
        <p:spPr>
          <a:xfrm rot="10800000">
            <a:off x="4323441" y="435671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87" name="Google Shape;987;p63"/>
          <p:cNvCxnSpPr/>
          <p:nvPr/>
        </p:nvCxnSpPr>
        <p:spPr>
          <a:xfrm rot="10800000">
            <a:off x="4322972" y="4705875"/>
            <a:ext cx="4298100" cy="0"/>
          </a:xfrm>
          <a:prstGeom prst="straightConnector1">
            <a:avLst/>
          </a:prstGeom>
          <a:noFill/>
          <a:ln cap="flat" cmpd="sng" w="9525">
            <a:solidFill>
              <a:schemeClr val="accent6"/>
            </a:solidFill>
            <a:prstDash val="solid"/>
            <a:round/>
            <a:headEnd len="sm" w="sm" type="none"/>
            <a:tailEnd len="sm" w="sm" type="none"/>
          </a:ln>
        </p:spPr>
      </p:cxnSp>
      <p:sp>
        <p:nvSpPr>
          <p:cNvPr id="988" name="Google Shape;988;p63"/>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989" name="Google Shape;989;p63"/>
          <p:cNvSpPr txBox="1"/>
          <p:nvPr>
            <p:ph idx="6"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990" name="Google Shape;990;p63"/>
          <p:cNvSpPr txBox="1"/>
          <p:nvPr>
            <p:ph idx="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991" name="Google Shape;991;p63"/>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92" name="Google Shape;992;p63"/>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93" name="Google Shape;993;p63"/>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94" name="Google Shape;994;p63"/>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95" name="Google Shape;995;p63"/>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96" name="Google Shape;996;p63"/>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97" name="Google Shape;997;p63"/>
          <p:cNvCxnSpPr/>
          <p:nvPr/>
        </p:nvCxnSpPr>
        <p:spPr>
          <a:xfrm>
            <a:off x="4322575" y="1217450"/>
            <a:ext cx="0" cy="3926100"/>
          </a:xfrm>
          <a:prstGeom prst="straightConnector1">
            <a:avLst/>
          </a:prstGeom>
          <a:noFill/>
          <a:ln cap="flat" cmpd="sng" w="9525">
            <a:solidFill>
              <a:schemeClr val="accent6"/>
            </a:solidFill>
            <a:prstDash val="solid"/>
            <a:round/>
            <a:headEnd len="sm" w="sm" type="none"/>
            <a:tailEnd len="sm" w="sm" type="none"/>
          </a:ln>
        </p:spPr>
      </p:cxnSp>
      <p:cxnSp>
        <p:nvCxnSpPr>
          <p:cNvPr id="998" name="Google Shape;998;p63"/>
          <p:cNvCxnSpPr/>
          <p:nvPr/>
        </p:nvCxnSpPr>
        <p:spPr>
          <a:xfrm>
            <a:off x="8622700" y="334850"/>
            <a:ext cx="0" cy="4809600"/>
          </a:xfrm>
          <a:prstGeom prst="straightConnector1">
            <a:avLst/>
          </a:prstGeom>
          <a:noFill/>
          <a:ln cap="flat" cmpd="sng" w="9525">
            <a:solidFill>
              <a:schemeClr val="accent6"/>
            </a:solidFill>
            <a:prstDash val="solid"/>
            <a:round/>
            <a:headEnd len="sm" w="sm" type="none"/>
            <a:tailEnd len="sm" w="sm" type="none"/>
          </a:ln>
        </p:spPr>
      </p:cxnSp>
      <p:sp>
        <p:nvSpPr>
          <p:cNvPr id="999" name="Google Shape;999;p63"/>
          <p:cNvSpPr txBox="1"/>
          <p:nvPr>
            <p:ph idx="8" type="title"/>
          </p:nvPr>
        </p:nvSpPr>
        <p:spPr>
          <a:xfrm>
            <a:off x="4322575" y="156680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0" name="Google Shape;1000;p63"/>
          <p:cNvSpPr txBox="1"/>
          <p:nvPr>
            <p:ph idx="9" type="title"/>
          </p:nvPr>
        </p:nvSpPr>
        <p:spPr>
          <a:xfrm>
            <a:off x="4322575" y="191562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1" name="Google Shape;1001;p63"/>
          <p:cNvSpPr txBox="1"/>
          <p:nvPr>
            <p:ph idx="13" type="title"/>
          </p:nvPr>
        </p:nvSpPr>
        <p:spPr>
          <a:xfrm>
            <a:off x="4322575" y="226497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2" name="Google Shape;1002;p63"/>
          <p:cNvSpPr txBox="1"/>
          <p:nvPr>
            <p:ph idx="14" type="title"/>
          </p:nvPr>
        </p:nvSpPr>
        <p:spPr>
          <a:xfrm>
            <a:off x="4322575" y="2613638"/>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03" name="Google Shape;1003;p63"/>
          <p:cNvSpPr txBox="1"/>
          <p:nvPr>
            <p:ph idx="15" type="title"/>
          </p:nvPr>
        </p:nvSpPr>
        <p:spPr>
          <a:xfrm>
            <a:off x="7084775" y="121745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4" name="Google Shape;1004;p63"/>
          <p:cNvSpPr txBox="1"/>
          <p:nvPr>
            <p:ph idx="16" type="title"/>
          </p:nvPr>
        </p:nvSpPr>
        <p:spPr>
          <a:xfrm>
            <a:off x="7084775" y="156680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5" name="Google Shape;1005;p63"/>
          <p:cNvSpPr txBox="1"/>
          <p:nvPr>
            <p:ph idx="17" type="title"/>
          </p:nvPr>
        </p:nvSpPr>
        <p:spPr>
          <a:xfrm>
            <a:off x="7084775" y="191562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6" name="Google Shape;1006;p63"/>
          <p:cNvSpPr txBox="1"/>
          <p:nvPr>
            <p:ph idx="18" type="title"/>
          </p:nvPr>
        </p:nvSpPr>
        <p:spPr>
          <a:xfrm>
            <a:off x="7084775" y="226497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1007" name="Google Shape;1007;p63"/>
          <p:cNvSpPr txBox="1"/>
          <p:nvPr>
            <p:ph idx="19" type="title"/>
          </p:nvPr>
        </p:nvSpPr>
        <p:spPr>
          <a:xfrm>
            <a:off x="7084775" y="2613638"/>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bg>
      <p:bgPr>
        <a:solidFill>
          <a:schemeClr val="lt2"/>
        </a:solidFill>
      </p:bgPr>
    </p:bg>
    <p:spTree>
      <p:nvGrpSpPr>
        <p:cNvPr id="1008" name="Shape 1008"/>
        <p:cNvGrpSpPr/>
        <p:nvPr/>
      </p:nvGrpSpPr>
      <p:grpSpPr>
        <a:xfrm>
          <a:off x="0" y="0"/>
          <a:ext cx="0" cy="0"/>
          <a:chOff x="0" y="0"/>
          <a:chExt cx="0" cy="0"/>
        </a:xfrm>
      </p:grpSpPr>
      <p:grpSp>
        <p:nvGrpSpPr>
          <p:cNvPr id="1009" name="Google Shape;1009;p64"/>
          <p:cNvGrpSpPr/>
          <p:nvPr/>
        </p:nvGrpSpPr>
        <p:grpSpPr>
          <a:xfrm rot="5400000">
            <a:off x="593777" y="658085"/>
            <a:ext cx="369896" cy="333900"/>
            <a:chOff x="96076" y="654376"/>
            <a:chExt cx="369896" cy="333900"/>
          </a:xfrm>
        </p:grpSpPr>
        <p:cxnSp>
          <p:nvCxnSpPr>
            <p:cNvPr id="1010" name="Google Shape;1010;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011" name="Google Shape;1011;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012" name="Google Shape;1012;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013" name="Google Shape;1013;p64"/>
          <p:cNvSpPr txBox="1"/>
          <p:nvPr>
            <p:ph idx="1" type="body"/>
          </p:nvPr>
        </p:nvSpPr>
        <p:spPr>
          <a:xfrm>
            <a:off x="1040725" y="1217500"/>
            <a:ext cx="3578100" cy="3652500"/>
          </a:xfrm>
          <a:prstGeom prst="rect">
            <a:avLst/>
          </a:prstGeom>
        </p:spPr>
        <p:txBody>
          <a:bodyPr anchorCtr="0" anchor="t" bIns="91425" lIns="274300" spcFirstLastPara="1" rIns="365750" wrap="square" tIns="36575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4" name="Google Shape;1014;p64"/>
          <p:cNvSpPr/>
          <p:nvPr/>
        </p:nvSpPr>
        <p:spPr>
          <a:xfrm>
            <a:off x="5019250" y="1217450"/>
            <a:ext cx="4124700" cy="394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1015" name="Google Shape;1015;p64"/>
          <p:cNvCxnSpPr/>
          <p:nvPr/>
        </p:nvCxnSpPr>
        <p:spPr>
          <a:xfrm>
            <a:off x="5019250" y="1217450"/>
            <a:ext cx="0" cy="3941700"/>
          </a:xfrm>
          <a:prstGeom prst="straightConnector1">
            <a:avLst/>
          </a:prstGeom>
          <a:noFill/>
          <a:ln cap="flat" cmpd="sng" w="9525">
            <a:solidFill>
              <a:schemeClr val="lt1"/>
            </a:solidFill>
            <a:prstDash val="solid"/>
            <a:round/>
            <a:headEnd len="sm" w="sm" type="none"/>
            <a:tailEnd len="sm" w="sm" type="none"/>
          </a:ln>
        </p:spPr>
      </p:cxnSp>
      <p:sp>
        <p:nvSpPr>
          <p:cNvPr id="1016" name="Google Shape;1016;p64"/>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17" name="Google Shape;1017;p64"/>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18" name="Google Shape;1018;p64"/>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19" name="Google Shape;1019;p6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020" name="Google Shape;1020;p6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1" name="Google Shape;1021;p6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2" name="Google Shape;1022;p6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23" name="Google Shape;1023;p6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24" name="Google Shape;1024;p64"/>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
        <p:nvSpPr>
          <p:cNvPr id="1025" name="Google Shape;1025;p64"/>
          <p:cNvSpPr txBox="1"/>
          <p:nvPr>
            <p:ph type="title"/>
          </p:nvPr>
        </p:nvSpPr>
        <p:spPr>
          <a:xfrm flipH="1">
            <a:off x="1046175" y="67000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026" name="Google Shape;1026;p64"/>
          <p:cNvSpPr txBox="1"/>
          <p:nvPr>
            <p:ph idx="5" type="subTitle"/>
          </p:nvPr>
        </p:nvSpPr>
        <p:spPr>
          <a:xfrm>
            <a:off x="1045950" y="334925"/>
            <a:ext cx="75771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1027" name="Google Shape;1027;p64"/>
          <p:cNvSpPr txBox="1"/>
          <p:nvPr>
            <p:ph idx="6" type="title"/>
          </p:nvPr>
        </p:nvSpPr>
        <p:spPr>
          <a:xfrm>
            <a:off x="5019250"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28" name="Google Shape;1028;p64"/>
          <p:cNvSpPr txBox="1"/>
          <p:nvPr>
            <p:ph idx="7" type="subTitle"/>
          </p:nvPr>
        </p:nvSpPr>
        <p:spPr>
          <a:xfrm>
            <a:off x="5019275"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29" name="Google Shape;1029;p64"/>
          <p:cNvSpPr txBox="1"/>
          <p:nvPr>
            <p:ph idx="8" type="title"/>
          </p:nvPr>
        </p:nvSpPr>
        <p:spPr>
          <a:xfrm>
            <a:off x="6959938"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30" name="Google Shape;1030;p64"/>
          <p:cNvSpPr txBox="1"/>
          <p:nvPr>
            <p:ph idx="9" type="subTitle"/>
          </p:nvPr>
        </p:nvSpPr>
        <p:spPr>
          <a:xfrm>
            <a:off x="6959963"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31" name="Google Shape;1031;p64"/>
          <p:cNvSpPr txBox="1"/>
          <p:nvPr>
            <p:ph idx="13" type="subTitle"/>
          </p:nvPr>
        </p:nvSpPr>
        <p:spPr>
          <a:xfrm>
            <a:off x="5019275"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32" name="Google Shape;1032;p64"/>
          <p:cNvSpPr txBox="1"/>
          <p:nvPr>
            <p:ph idx="14" type="title"/>
          </p:nvPr>
        </p:nvSpPr>
        <p:spPr>
          <a:xfrm>
            <a:off x="5019250"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33" name="Google Shape;1033;p64"/>
          <p:cNvSpPr txBox="1"/>
          <p:nvPr>
            <p:ph idx="15" type="title"/>
          </p:nvPr>
        </p:nvSpPr>
        <p:spPr>
          <a:xfrm>
            <a:off x="6959938"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1034" name="Google Shape;1034;p64"/>
          <p:cNvSpPr txBox="1"/>
          <p:nvPr>
            <p:ph idx="16" type="subTitle"/>
          </p:nvPr>
        </p:nvSpPr>
        <p:spPr>
          <a:xfrm>
            <a:off x="6959963"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1035" name="Google Shape;1035;p64"/>
          <p:cNvSpPr txBox="1"/>
          <p:nvPr>
            <p:ph idx="17" type="subTitle"/>
          </p:nvPr>
        </p:nvSpPr>
        <p:spPr>
          <a:xfrm>
            <a:off x="5019275" y="1217450"/>
            <a:ext cx="3603300" cy="678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lt1"/>
              </a:buClr>
              <a:buSzPts val="1400"/>
              <a:buFont typeface="Inter SemiBold"/>
              <a:buNone/>
              <a:defRPr>
                <a:latin typeface="Inter SemiBold"/>
                <a:ea typeface="Inter SemiBold"/>
                <a:cs typeface="Inter SemiBold"/>
                <a:sym typeface="Inter SemiBold"/>
              </a:defRPr>
            </a:lvl1pPr>
            <a:lvl2pPr lvl="1">
              <a:spcBef>
                <a:spcPts val="0"/>
              </a:spcBef>
              <a:spcAft>
                <a:spcPts val="0"/>
              </a:spcAft>
              <a:buClr>
                <a:schemeClr val="lt1"/>
              </a:buClr>
              <a:buSzPts val="1400"/>
              <a:buFont typeface="Inter SemiBold"/>
              <a:buNone/>
              <a:defRPr>
                <a:latin typeface="Inter SemiBold"/>
                <a:ea typeface="Inter SemiBold"/>
                <a:cs typeface="Inter SemiBold"/>
                <a:sym typeface="Inter SemiBold"/>
              </a:defRPr>
            </a:lvl2pPr>
            <a:lvl3pPr lvl="2">
              <a:spcBef>
                <a:spcPts val="0"/>
              </a:spcBef>
              <a:spcAft>
                <a:spcPts val="0"/>
              </a:spcAft>
              <a:buClr>
                <a:schemeClr val="lt1"/>
              </a:buClr>
              <a:buSzPts val="1400"/>
              <a:buFont typeface="Inter SemiBold"/>
              <a:buNone/>
              <a:defRPr>
                <a:latin typeface="Inter SemiBold"/>
                <a:ea typeface="Inter SemiBold"/>
                <a:cs typeface="Inter SemiBold"/>
                <a:sym typeface="Inter SemiBold"/>
              </a:defRPr>
            </a:lvl3pPr>
            <a:lvl4pPr lvl="3">
              <a:spcBef>
                <a:spcPts val="0"/>
              </a:spcBef>
              <a:spcAft>
                <a:spcPts val="0"/>
              </a:spcAft>
              <a:buClr>
                <a:schemeClr val="lt1"/>
              </a:buClr>
              <a:buSzPts val="1400"/>
              <a:buFont typeface="Inter SemiBold"/>
              <a:buNone/>
              <a:defRPr>
                <a:latin typeface="Inter SemiBold"/>
                <a:ea typeface="Inter SemiBold"/>
                <a:cs typeface="Inter SemiBold"/>
                <a:sym typeface="Inter SemiBold"/>
              </a:defRPr>
            </a:lvl4pPr>
            <a:lvl5pPr lvl="4">
              <a:spcBef>
                <a:spcPts val="0"/>
              </a:spcBef>
              <a:spcAft>
                <a:spcPts val="0"/>
              </a:spcAft>
              <a:buClr>
                <a:schemeClr val="lt1"/>
              </a:buClr>
              <a:buSzPts val="1400"/>
              <a:buFont typeface="Inter SemiBold"/>
              <a:buNone/>
              <a:defRPr>
                <a:latin typeface="Inter SemiBold"/>
                <a:ea typeface="Inter SemiBold"/>
                <a:cs typeface="Inter SemiBold"/>
                <a:sym typeface="Inter SemiBold"/>
              </a:defRPr>
            </a:lvl5pPr>
            <a:lvl6pPr lvl="5">
              <a:spcBef>
                <a:spcPts val="0"/>
              </a:spcBef>
              <a:spcAft>
                <a:spcPts val="0"/>
              </a:spcAft>
              <a:buClr>
                <a:schemeClr val="lt1"/>
              </a:buClr>
              <a:buSzPts val="1400"/>
              <a:buFont typeface="Inter SemiBold"/>
              <a:buNone/>
              <a:defRPr>
                <a:latin typeface="Inter SemiBold"/>
                <a:ea typeface="Inter SemiBold"/>
                <a:cs typeface="Inter SemiBold"/>
                <a:sym typeface="Inter SemiBold"/>
              </a:defRPr>
            </a:lvl6pPr>
            <a:lvl7pPr lvl="6">
              <a:spcBef>
                <a:spcPts val="0"/>
              </a:spcBef>
              <a:spcAft>
                <a:spcPts val="0"/>
              </a:spcAft>
              <a:buClr>
                <a:schemeClr val="lt1"/>
              </a:buClr>
              <a:buSzPts val="1400"/>
              <a:buFont typeface="Inter SemiBold"/>
              <a:buNone/>
              <a:defRPr>
                <a:latin typeface="Inter SemiBold"/>
                <a:ea typeface="Inter SemiBold"/>
                <a:cs typeface="Inter SemiBold"/>
                <a:sym typeface="Inter SemiBold"/>
              </a:defRPr>
            </a:lvl7pPr>
            <a:lvl8pPr lvl="7">
              <a:spcBef>
                <a:spcPts val="0"/>
              </a:spcBef>
              <a:spcAft>
                <a:spcPts val="0"/>
              </a:spcAft>
              <a:buClr>
                <a:schemeClr val="lt1"/>
              </a:buClr>
              <a:buSzPts val="1400"/>
              <a:buFont typeface="Inter SemiBold"/>
              <a:buNone/>
              <a:defRPr>
                <a:latin typeface="Inter SemiBold"/>
                <a:ea typeface="Inter SemiBold"/>
                <a:cs typeface="Inter SemiBold"/>
                <a:sym typeface="Inter SemiBold"/>
              </a:defRPr>
            </a:lvl8pPr>
            <a:lvl9pPr lvl="8">
              <a:spcBef>
                <a:spcPts val="0"/>
              </a:spcBef>
              <a:spcAft>
                <a:spcPts val="0"/>
              </a:spcAft>
              <a:buClr>
                <a:schemeClr val="lt1"/>
              </a:buClr>
              <a:buSzPts val="1400"/>
              <a:buFont typeface="Inter SemiBold"/>
              <a:buNone/>
              <a:defRPr>
                <a:latin typeface="Inter SemiBold"/>
                <a:ea typeface="Inter SemiBold"/>
                <a:cs typeface="Inter SemiBold"/>
                <a:sym typeface="Inter SemiBol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al Update - Employees highlight">
  <p:cSld name="CUSTOM_2">
    <p:bg>
      <p:bgPr>
        <a:solidFill>
          <a:schemeClr val="lt2"/>
        </a:solidFill>
      </p:bgPr>
    </p:bg>
    <p:spTree>
      <p:nvGrpSpPr>
        <p:cNvPr id="1036" name="Shape 1036"/>
        <p:cNvGrpSpPr/>
        <p:nvPr/>
      </p:nvGrpSpPr>
      <p:grpSpPr>
        <a:xfrm>
          <a:off x="0" y="0"/>
          <a:ext cx="0" cy="0"/>
          <a:chOff x="0" y="0"/>
          <a:chExt cx="0" cy="0"/>
        </a:xfrm>
      </p:grpSpPr>
      <p:sp>
        <p:nvSpPr>
          <p:cNvPr id="1037" name="Google Shape;1037;p65"/>
          <p:cNvSpPr/>
          <p:nvPr>
            <p:ph idx="2" type="pic"/>
          </p:nvPr>
        </p:nvSpPr>
        <p:spPr>
          <a:xfrm>
            <a:off x="521250" y="2014675"/>
            <a:ext cx="2874600" cy="3128700"/>
          </a:xfrm>
          <a:prstGeom prst="rect">
            <a:avLst/>
          </a:prstGeom>
          <a:noFill/>
          <a:ln>
            <a:noFill/>
          </a:ln>
        </p:spPr>
      </p:sp>
      <p:sp>
        <p:nvSpPr>
          <p:cNvPr id="1038" name="Google Shape;1038;p65"/>
          <p:cNvSpPr/>
          <p:nvPr>
            <p:ph idx="3" type="pic"/>
          </p:nvPr>
        </p:nvSpPr>
        <p:spPr>
          <a:xfrm>
            <a:off x="3395750" y="2014675"/>
            <a:ext cx="2874600" cy="3128700"/>
          </a:xfrm>
          <a:prstGeom prst="rect">
            <a:avLst/>
          </a:prstGeom>
          <a:noFill/>
          <a:ln>
            <a:noFill/>
          </a:ln>
        </p:spPr>
      </p:sp>
      <p:sp>
        <p:nvSpPr>
          <p:cNvPr id="1039" name="Google Shape;1039;p65"/>
          <p:cNvSpPr/>
          <p:nvPr>
            <p:ph idx="4" type="pic"/>
          </p:nvPr>
        </p:nvSpPr>
        <p:spPr>
          <a:xfrm>
            <a:off x="6269136" y="2014675"/>
            <a:ext cx="2874600" cy="3128700"/>
          </a:xfrm>
          <a:prstGeom prst="rect">
            <a:avLst/>
          </a:prstGeom>
          <a:noFill/>
          <a:ln>
            <a:noFill/>
          </a:ln>
        </p:spPr>
      </p:sp>
      <p:sp>
        <p:nvSpPr>
          <p:cNvPr id="1040" name="Google Shape;1040;p65"/>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41" name="Google Shape;1041;p65"/>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42" name="Google Shape;1042;p65"/>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43" name="Google Shape;1043;p65"/>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044" name="Google Shape;1044;p6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45" name="Google Shape;1045;p6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46" name="Google Shape;1046;p6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47" name="Google Shape;1047;p6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48" name="Google Shape;1048;p65"/>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49" name="Google Shape;1049;p65"/>
          <p:cNvSpPr txBox="1"/>
          <p:nvPr>
            <p:ph idx="7" type="title"/>
          </p:nvPr>
        </p:nvSpPr>
        <p:spPr>
          <a:xfrm>
            <a:off x="526800" y="846475"/>
            <a:ext cx="28689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50" name="Google Shape;1050;p65"/>
          <p:cNvSpPr txBox="1"/>
          <p:nvPr>
            <p:ph idx="8" type="title"/>
          </p:nvPr>
        </p:nvSpPr>
        <p:spPr>
          <a:xfrm>
            <a:off x="3395769"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51" name="Google Shape;1051;p65"/>
          <p:cNvSpPr txBox="1"/>
          <p:nvPr>
            <p:ph idx="9" type="title"/>
          </p:nvPr>
        </p:nvSpPr>
        <p:spPr>
          <a:xfrm>
            <a:off x="6269150"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Project - Timeline ">
  <p:cSld name="CUSTOM_3">
    <p:bg>
      <p:bgPr>
        <a:solidFill>
          <a:schemeClr val="lt2"/>
        </a:solidFill>
      </p:bgPr>
    </p:bg>
    <p:spTree>
      <p:nvGrpSpPr>
        <p:cNvPr id="1052" name="Shape 1052"/>
        <p:cNvGrpSpPr/>
        <p:nvPr/>
      </p:nvGrpSpPr>
      <p:grpSpPr>
        <a:xfrm>
          <a:off x="0" y="0"/>
          <a:ext cx="0" cy="0"/>
          <a:chOff x="0" y="0"/>
          <a:chExt cx="0" cy="0"/>
        </a:xfrm>
      </p:grpSpPr>
      <p:sp>
        <p:nvSpPr>
          <p:cNvPr id="1053" name="Google Shape;1053;p66"/>
          <p:cNvSpPr txBox="1"/>
          <p:nvPr>
            <p:ph type="title"/>
          </p:nvPr>
        </p:nvSpPr>
        <p:spPr>
          <a:xfrm>
            <a:off x="6995500" y="1307575"/>
            <a:ext cx="21483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4" name="Google Shape;1054;p66"/>
          <p:cNvSpPr txBox="1"/>
          <p:nvPr>
            <p:ph idx="2" type="title"/>
          </p:nvPr>
        </p:nvSpPr>
        <p:spPr>
          <a:xfrm>
            <a:off x="48390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5" name="Google Shape;1055;p66"/>
          <p:cNvSpPr txBox="1"/>
          <p:nvPr>
            <p:ph idx="3" type="title"/>
          </p:nvPr>
        </p:nvSpPr>
        <p:spPr>
          <a:xfrm>
            <a:off x="26835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6" name="Google Shape;1056;p66"/>
          <p:cNvSpPr txBox="1"/>
          <p:nvPr>
            <p:ph idx="4" type="title"/>
          </p:nvPr>
        </p:nvSpPr>
        <p:spPr>
          <a:xfrm>
            <a:off x="521350" y="1307575"/>
            <a:ext cx="21618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57" name="Google Shape;1057;p66"/>
          <p:cNvSpPr txBox="1"/>
          <p:nvPr>
            <p:ph idx="1" type="body"/>
          </p:nvPr>
        </p:nvSpPr>
        <p:spPr>
          <a:xfrm>
            <a:off x="6995400" y="2606275"/>
            <a:ext cx="21483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58" name="Google Shape;1058;p66"/>
          <p:cNvSpPr txBox="1"/>
          <p:nvPr>
            <p:ph idx="5" type="body"/>
          </p:nvPr>
        </p:nvSpPr>
        <p:spPr>
          <a:xfrm>
            <a:off x="48389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59" name="Google Shape;1059;p66"/>
          <p:cNvSpPr txBox="1"/>
          <p:nvPr>
            <p:ph idx="6" type="body"/>
          </p:nvPr>
        </p:nvSpPr>
        <p:spPr>
          <a:xfrm>
            <a:off x="26834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60" name="Google Shape;1060;p66"/>
          <p:cNvSpPr txBox="1"/>
          <p:nvPr>
            <p:ph idx="7" type="body"/>
          </p:nvPr>
        </p:nvSpPr>
        <p:spPr>
          <a:xfrm>
            <a:off x="521250" y="2606275"/>
            <a:ext cx="21618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cxnSp>
        <p:nvCxnSpPr>
          <p:cNvPr id="1061" name="Google Shape;1061;p66"/>
          <p:cNvCxnSpPr/>
          <p:nvPr/>
        </p:nvCxnSpPr>
        <p:spPr>
          <a:xfrm>
            <a:off x="483907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62" name="Google Shape;1062;p66"/>
          <p:cNvCxnSpPr/>
          <p:nvPr/>
        </p:nvCxnSpPr>
        <p:spPr>
          <a:xfrm>
            <a:off x="699502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63" name="Google Shape;1063;p66"/>
          <p:cNvCxnSpPr/>
          <p:nvPr/>
        </p:nvCxnSpPr>
        <p:spPr>
          <a:xfrm>
            <a:off x="2683125" y="1307575"/>
            <a:ext cx="0" cy="3836100"/>
          </a:xfrm>
          <a:prstGeom prst="straightConnector1">
            <a:avLst/>
          </a:prstGeom>
          <a:noFill/>
          <a:ln cap="flat" cmpd="sng" w="9525">
            <a:solidFill>
              <a:schemeClr val="lt1"/>
            </a:solidFill>
            <a:prstDash val="solid"/>
            <a:round/>
            <a:headEnd len="sm" w="sm" type="none"/>
            <a:tailEnd len="sm" w="sm" type="none"/>
          </a:ln>
        </p:spPr>
      </p:cxnSp>
      <p:sp>
        <p:nvSpPr>
          <p:cNvPr id="1064" name="Google Shape;1064;p66"/>
          <p:cNvSpPr txBox="1"/>
          <p:nvPr>
            <p:ph idx="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65" name="Google Shape;1065;p66"/>
          <p:cNvSpPr txBox="1"/>
          <p:nvPr>
            <p:ph idx="9" type="title"/>
          </p:nvPr>
        </p:nvSpPr>
        <p:spPr>
          <a:xfrm flipH="1">
            <a:off x="521450" y="666257"/>
            <a:ext cx="81012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066" name="Google Shape;1066;p66"/>
          <p:cNvSpPr txBox="1"/>
          <p:nvPr>
            <p:ph idx="13" type="subTitle"/>
          </p:nvPr>
        </p:nvSpPr>
        <p:spPr>
          <a:xfrm>
            <a:off x="521250" y="334925"/>
            <a:ext cx="8101800" cy="3312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067" name="Google Shape;1067;p6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68" name="Google Shape;1068;p6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69" name="Google Shape;1069;p6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70" name="Google Shape;1070;p6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71" name="Google Shape;1071;p66"/>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1072" name="Google Shape;1072;p66"/>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73" name="Google Shape;1073;p66"/>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1">
  <p:cSld name="BLANK_1_1_1_1_1_1_1_1_1_1_2_1">
    <p:bg>
      <p:bgPr>
        <a:solidFill>
          <a:schemeClr val="dk2"/>
        </a:solidFill>
      </p:bgPr>
    </p:bg>
    <p:spTree>
      <p:nvGrpSpPr>
        <p:cNvPr id="1074" name="Shape 1074"/>
        <p:cNvGrpSpPr/>
        <p:nvPr/>
      </p:nvGrpSpPr>
      <p:grpSpPr>
        <a:xfrm>
          <a:off x="0" y="0"/>
          <a:ext cx="0" cy="0"/>
          <a:chOff x="0" y="0"/>
          <a:chExt cx="0" cy="0"/>
        </a:xfrm>
      </p:grpSpPr>
      <p:sp>
        <p:nvSpPr>
          <p:cNvPr id="1075" name="Google Shape;1075;p6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76" name="Google Shape;1076;p6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77" name="Google Shape;1077;p6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78" name="Google Shape;1078;p67"/>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79" name="Google Shape;1079;p67"/>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80" name="Google Shape;1080;p67"/>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81" name="Google Shape;1081;p6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BLANK_1_1_1_1_1_1_1_1_1_1_2_1_1">
    <p:bg>
      <p:bgPr>
        <a:solidFill>
          <a:schemeClr val="lt2"/>
        </a:solidFill>
      </p:bgPr>
    </p:bg>
    <p:spTree>
      <p:nvGrpSpPr>
        <p:cNvPr id="1082" name="Shape 1082"/>
        <p:cNvGrpSpPr/>
        <p:nvPr/>
      </p:nvGrpSpPr>
      <p:grpSpPr>
        <a:xfrm>
          <a:off x="0" y="0"/>
          <a:ext cx="0" cy="0"/>
          <a:chOff x="0" y="0"/>
          <a:chExt cx="0" cy="0"/>
        </a:xfrm>
      </p:grpSpPr>
      <p:cxnSp>
        <p:nvCxnSpPr>
          <p:cNvPr id="1083" name="Google Shape;1083;p68"/>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84" name="Google Shape;1084;p68"/>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85" name="Google Shape;1085;p68"/>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86" name="Google Shape;1086;p68"/>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_1_1_1">
    <p:bg>
      <p:bgPr>
        <a:solidFill>
          <a:schemeClr val="lt2"/>
        </a:solidFill>
      </p:bgPr>
    </p:bg>
    <p:spTree>
      <p:nvGrpSpPr>
        <p:cNvPr id="1087" name="Shape 1087"/>
        <p:cNvGrpSpPr/>
        <p:nvPr/>
      </p:nvGrpSpPr>
      <p:grpSpPr>
        <a:xfrm>
          <a:off x="0" y="0"/>
          <a:ext cx="0" cy="0"/>
          <a:chOff x="0" y="0"/>
          <a:chExt cx="0" cy="0"/>
        </a:xfrm>
      </p:grpSpPr>
      <p:sp>
        <p:nvSpPr>
          <p:cNvPr id="1088" name="Google Shape;1088;p69"/>
          <p:cNvSpPr txBox="1"/>
          <p:nvPr>
            <p:ph idx="1" type="subTitle"/>
          </p:nvPr>
        </p:nvSpPr>
        <p:spPr>
          <a:xfrm>
            <a:off x="5208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89" name="Google Shape;1089;p69"/>
          <p:cNvSpPr txBox="1"/>
          <p:nvPr>
            <p:ph idx="2" type="subTitle"/>
          </p:nvPr>
        </p:nvSpPr>
        <p:spPr>
          <a:xfrm>
            <a:off x="408925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90" name="Google Shape;1090;p69"/>
          <p:cNvSpPr txBox="1"/>
          <p:nvPr>
            <p:ph idx="3" type="subTitle"/>
          </p:nvPr>
        </p:nvSpPr>
        <p:spPr>
          <a:xfrm>
            <a:off x="6773250" y="-175"/>
            <a:ext cx="1848900" cy="3351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91" name="Google Shape;1091;p69"/>
          <p:cNvCxnSpPr/>
          <p:nvPr/>
        </p:nvCxnSpPr>
        <p:spPr>
          <a:xfrm>
            <a:off x="5208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92" name="Google Shape;1092;p69"/>
          <p:cNvCxnSpPr/>
          <p:nvPr/>
        </p:nvCxnSpPr>
        <p:spPr>
          <a:xfrm>
            <a:off x="52080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93" name="Google Shape;1093;p69"/>
          <p:cNvCxnSpPr/>
          <p:nvPr/>
        </p:nvCxnSpPr>
        <p:spPr>
          <a:xfrm>
            <a:off x="677330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94" name="Google Shape;1094;p69"/>
          <p:cNvCxnSpPr/>
          <p:nvPr/>
        </p:nvCxnSpPr>
        <p:spPr>
          <a:xfrm>
            <a:off x="862352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3">
  <p:cSld name="BLANK_1_1_1_1_1_1_1_1_1_1_2_2">
    <p:bg>
      <p:bgPr>
        <a:solidFill>
          <a:schemeClr val="lt2"/>
        </a:solidFill>
      </p:bgPr>
    </p:bg>
    <p:spTree>
      <p:nvGrpSpPr>
        <p:cNvPr id="1095" name="Shape 1095"/>
        <p:cNvGrpSpPr/>
        <p:nvPr/>
      </p:nvGrpSpPr>
      <p:grpSpPr>
        <a:xfrm>
          <a:off x="0" y="0"/>
          <a:ext cx="0" cy="0"/>
          <a:chOff x="0" y="0"/>
          <a:chExt cx="0" cy="0"/>
        </a:xfrm>
      </p:grpSpPr>
      <p:sp>
        <p:nvSpPr>
          <p:cNvPr id="1096" name="Google Shape;1096;p7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97" name="Google Shape;1097;p7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98" name="Google Shape;1098;p7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99" name="Google Shape;1099;p7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00" name="Google Shape;1100;p7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01" name="Google Shape;1101;p7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02" name="Google Shape;1102;p7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03" name="Google Shape;1103;p7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4">
  <p:cSld name="BLANK_1_1_1_1_1_1_1_1_1_1_2_1_2">
    <p:bg>
      <p:bgPr>
        <a:solidFill>
          <a:schemeClr val="dk2"/>
        </a:solidFill>
      </p:bgPr>
    </p:bg>
    <p:spTree>
      <p:nvGrpSpPr>
        <p:cNvPr id="1104" name="Shape 1104"/>
        <p:cNvGrpSpPr/>
        <p:nvPr/>
      </p:nvGrpSpPr>
      <p:grpSpPr>
        <a:xfrm>
          <a:off x="0" y="0"/>
          <a:ext cx="0" cy="0"/>
          <a:chOff x="0" y="0"/>
          <a:chExt cx="0" cy="0"/>
        </a:xfrm>
      </p:grpSpPr>
      <p:sp>
        <p:nvSpPr>
          <p:cNvPr id="1105" name="Google Shape;1105;p71"/>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06" name="Google Shape;1106;p71"/>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107" name="Google Shape;1107;p71"/>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108" name="Google Shape;1108;p71"/>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109" name="Google Shape;1109;p71"/>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10" name="Google Shape;1110;p71"/>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11" name="Google Shape;1111;p71"/>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112" name="Google Shape;1112;p71"/>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5">
  <p:cSld name="BLANK_1_1_1_1_1_1_1_1_1_1_2_1_1_2">
    <p:bg>
      <p:bgPr>
        <a:solidFill>
          <a:schemeClr val="lt1"/>
        </a:solidFill>
      </p:bgPr>
    </p:bg>
    <p:spTree>
      <p:nvGrpSpPr>
        <p:cNvPr id="1113" name="Shape 1113"/>
        <p:cNvGrpSpPr/>
        <p:nvPr/>
      </p:nvGrpSpPr>
      <p:grpSpPr>
        <a:xfrm>
          <a:off x="0" y="0"/>
          <a:ext cx="0" cy="0"/>
          <a:chOff x="0" y="0"/>
          <a:chExt cx="0" cy="0"/>
        </a:xfrm>
      </p:grpSpPr>
      <p:sp>
        <p:nvSpPr>
          <p:cNvPr id="1114" name="Google Shape;1114;p7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15" name="Google Shape;1115;p72"/>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116" name="Google Shape;1116;p7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117" name="Google Shape;1117;p72"/>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118" name="Google Shape;1118;p72"/>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19" name="Google Shape;1119;p72"/>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20" name="Google Shape;1120;p72"/>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121" name="Google Shape;1121;p72"/>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solidFill>
          <a:schemeClr val="lt2"/>
        </a:solidFill>
      </p:bgPr>
    </p:bg>
    <p:spTree>
      <p:nvGrpSpPr>
        <p:cNvPr id="1122" name="Shape 1122"/>
        <p:cNvGrpSpPr/>
        <p:nvPr/>
      </p:nvGrpSpPr>
      <p:grpSpPr>
        <a:xfrm>
          <a:off x="0" y="0"/>
          <a:ext cx="0" cy="0"/>
          <a:chOff x="0" y="0"/>
          <a:chExt cx="0" cy="0"/>
        </a:xfrm>
      </p:grpSpPr>
      <p:sp>
        <p:nvSpPr>
          <p:cNvPr id="1123" name="Google Shape;1123;p73"/>
          <p:cNvSpPr/>
          <p:nvPr>
            <p:ph idx="2" type="pic"/>
          </p:nvPr>
        </p:nvSpPr>
        <p:spPr>
          <a:xfrm>
            <a:off x="5548700" y="1196175"/>
            <a:ext cx="3073800" cy="3364800"/>
          </a:xfrm>
          <a:prstGeom prst="roundRect">
            <a:avLst>
              <a:gd fmla="val 6865" name="adj"/>
            </a:avLst>
          </a:prstGeom>
          <a:noFill/>
          <a:ln>
            <a:noFill/>
          </a:ln>
        </p:spPr>
      </p:sp>
      <p:cxnSp>
        <p:nvCxnSpPr>
          <p:cNvPr id="1124" name="Google Shape;1124;p7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25" name="Google Shape;1125;p7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126" name="Google Shape;1126;p7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27" name="Google Shape;1127;p7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128" name="Google Shape;1128;p7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29" name="Google Shape;1129;p7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130" name="Google Shape;1130;p73"/>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lt2"/>
        </a:solidFill>
      </p:bgPr>
    </p:bg>
    <p:spTree>
      <p:nvGrpSpPr>
        <p:cNvPr id="1131" name="Shape 1131"/>
        <p:cNvGrpSpPr/>
        <p:nvPr/>
      </p:nvGrpSpPr>
      <p:grpSpPr>
        <a:xfrm>
          <a:off x="0" y="0"/>
          <a:ext cx="0" cy="0"/>
          <a:chOff x="0" y="0"/>
          <a:chExt cx="0" cy="0"/>
        </a:xfrm>
      </p:grpSpPr>
      <p:sp>
        <p:nvSpPr>
          <p:cNvPr id="1132" name="Google Shape;1132;p74"/>
          <p:cNvSpPr/>
          <p:nvPr>
            <p:ph idx="2" type="pic"/>
          </p:nvPr>
        </p:nvSpPr>
        <p:spPr>
          <a:xfrm>
            <a:off x="5548700" y="1196175"/>
            <a:ext cx="3073800" cy="3364800"/>
          </a:xfrm>
          <a:prstGeom prst="roundRect">
            <a:avLst>
              <a:gd fmla="val 6865" name="adj"/>
            </a:avLst>
          </a:prstGeom>
          <a:noFill/>
          <a:ln>
            <a:noFill/>
          </a:ln>
        </p:spPr>
      </p:sp>
      <p:cxnSp>
        <p:nvCxnSpPr>
          <p:cNvPr id="1133" name="Google Shape;1133;p7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34" name="Google Shape;1134;p7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135" name="Google Shape;1135;p7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36" name="Google Shape;1136;p7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137" name="Google Shape;1137;p74"/>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38" name="Google Shape;1138;p7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139" name="Google Shape;1139;p74"/>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0" name="Google Shape;1140;p74"/>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141" name="Google Shape;1141;p74"/>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142" name="Google Shape;1142;p74"/>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BLANK_1_1_1_1_1_1_1_1_1_1_1_1_1">
    <p:bg>
      <p:bgPr>
        <a:solidFill>
          <a:schemeClr val="lt2"/>
        </a:solidFill>
      </p:bgPr>
    </p:bg>
    <p:spTree>
      <p:nvGrpSpPr>
        <p:cNvPr id="1143" name="Shape 1143"/>
        <p:cNvGrpSpPr/>
        <p:nvPr/>
      </p:nvGrpSpPr>
      <p:grpSpPr>
        <a:xfrm>
          <a:off x="0" y="0"/>
          <a:ext cx="0" cy="0"/>
          <a:chOff x="0" y="0"/>
          <a:chExt cx="0" cy="0"/>
        </a:xfrm>
      </p:grpSpPr>
      <p:grpSp>
        <p:nvGrpSpPr>
          <p:cNvPr id="1144" name="Google Shape;1144;p75"/>
          <p:cNvGrpSpPr/>
          <p:nvPr/>
        </p:nvGrpSpPr>
        <p:grpSpPr>
          <a:xfrm rot="5400000">
            <a:off x="590952" y="3923898"/>
            <a:ext cx="369896" cy="333900"/>
            <a:chOff x="96076" y="654376"/>
            <a:chExt cx="369896" cy="333900"/>
          </a:xfrm>
        </p:grpSpPr>
        <p:cxnSp>
          <p:nvCxnSpPr>
            <p:cNvPr id="1145" name="Google Shape;1145;p7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46" name="Google Shape;1146;p7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47" name="Google Shape;1147;p7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48" name="Google Shape;1148;p75"/>
          <p:cNvGrpSpPr/>
          <p:nvPr/>
        </p:nvGrpSpPr>
        <p:grpSpPr>
          <a:xfrm rot="5400000">
            <a:off x="593777" y="1786135"/>
            <a:ext cx="369896" cy="333900"/>
            <a:chOff x="96076" y="654376"/>
            <a:chExt cx="369896" cy="333900"/>
          </a:xfrm>
        </p:grpSpPr>
        <p:cxnSp>
          <p:nvCxnSpPr>
            <p:cNvPr id="1149" name="Google Shape;1149;p7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0" name="Google Shape;1150;p7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1" name="Google Shape;1151;p7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52" name="Google Shape;1152;p75"/>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53" name="Google Shape;1153;p75"/>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54" name="Google Shape;1154;p75"/>
          <p:cNvSpPr txBox="1"/>
          <p:nvPr>
            <p:ph idx="1" type="subTitle"/>
          </p:nvPr>
        </p:nvSpPr>
        <p:spPr>
          <a:xfrm>
            <a:off x="1042075" y="88245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55" name="Google Shape;1155;p75"/>
          <p:cNvSpPr txBox="1"/>
          <p:nvPr>
            <p:ph idx="2" type="subTitle"/>
          </p:nvPr>
        </p:nvSpPr>
        <p:spPr>
          <a:xfrm>
            <a:off x="1042100" y="301580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cxnSp>
        <p:nvCxnSpPr>
          <p:cNvPr id="1156" name="Google Shape;1156;p75"/>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57" name="Google Shape;1157;p7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58" name="Google Shape;1158;p75"/>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59" name="Google Shape;1159;p75"/>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0" name="Google Shape;1160;p75"/>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61" name="Google Shape;1161;p75"/>
          <p:cNvSpPr txBox="1"/>
          <p:nvPr>
            <p:ph idx="3"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62" name="Google Shape;1162;p75"/>
          <p:cNvSpPr txBox="1"/>
          <p:nvPr>
            <p:ph idx="4"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63" name="Google Shape;1163;p75"/>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64" name="Google Shape;1164;p75"/>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BLANK_1_1_1_1_1_1_1_1_1_1_1_1_1_2">
    <p:bg>
      <p:bgPr>
        <a:solidFill>
          <a:schemeClr val="lt2"/>
        </a:solidFill>
      </p:bgPr>
    </p:bg>
    <p:spTree>
      <p:nvGrpSpPr>
        <p:cNvPr id="1165" name="Shape 1165"/>
        <p:cNvGrpSpPr/>
        <p:nvPr/>
      </p:nvGrpSpPr>
      <p:grpSpPr>
        <a:xfrm>
          <a:off x="0" y="0"/>
          <a:ext cx="0" cy="0"/>
          <a:chOff x="0" y="0"/>
          <a:chExt cx="0" cy="0"/>
        </a:xfrm>
      </p:grpSpPr>
      <p:grpSp>
        <p:nvGrpSpPr>
          <p:cNvPr id="1166" name="Google Shape;1166;p76"/>
          <p:cNvGrpSpPr/>
          <p:nvPr/>
        </p:nvGrpSpPr>
        <p:grpSpPr>
          <a:xfrm rot="5400000">
            <a:off x="590952" y="3923898"/>
            <a:ext cx="369896" cy="333900"/>
            <a:chOff x="96076" y="654376"/>
            <a:chExt cx="369896" cy="333900"/>
          </a:xfrm>
        </p:grpSpPr>
        <p:cxnSp>
          <p:nvCxnSpPr>
            <p:cNvPr id="1167" name="Google Shape;1167;p7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68" name="Google Shape;1168;p7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69" name="Google Shape;1169;p7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70" name="Google Shape;1170;p76"/>
          <p:cNvGrpSpPr/>
          <p:nvPr/>
        </p:nvGrpSpPr>
        <p:grpSpPr>
          <a:xfrm rot="5400000">
            <a:off x="593777" y="1786135"/>
            <a:ext cx="369896" cy="333900"/>
            <a:chOff x="96076" y="654376"/>
            <a:chExt cx="369896" cy="333900"/>
          </a:xfrm>
        </p:grpSpPr>
        <p:cxnSp>
          <p:nvCxnSpPr>
            <p:cNvPr id="1171" name="Google Shape;1171;p7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72" name="Google Shape;1172;p7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73" name="Google Shape;1173;p7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74" name="Google Shape;1174;p76"/>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75" name="Google Shape;1175;p76"/>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76" name="Google Shape;1176;p76"/>
          <p:cNvSpPr txBox="1"/>
          <p:nvPr>
            <p:ph type="title"/>
          </p:nvPr>
        </p:nvSpPr>
        <p:spPr>
          <a:xfrm>
            <a:off x="1042100" y="886425"/>
            <a:ext cx="19794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77" name="Google Shape;1177;p76"/>
          <p:cNvSpPr txBox="1"/>
          <p:nvPr>
            <p:ph idx="2" type="title"/>
          </p:nvPr>
        </p:nvSpPr>
        <p:spPr>
          <a:xfrm>
            <a:off x="1042100" y="3023907"/>
            <a:ext cx="19851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78" name="Google Shape;1178;p76"/>
          <p:cNvSpPr txBox="1"/>
          <p:nvPr>
            <p:ph idx="1"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179" name="Google Shape;1179;p7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180" name="Google Shape;1180;p76"/>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181" name="Google Shape;1181;p7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82" name="Google Shape;1182;p7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83" name="Google Shape;1183;p76"/>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84" name="Google Shape;1184;p7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85" name="Google Shape;1185;p7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86" name="Google Shape;1186;p76"/>
          <p:cNvSpPr txBox="1"/>
          <p:nvPr>
            <p:ph idx="5"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87" name="Google Shape;1187;p76"/>
          <p:cNvSpPr txBox="1"/>
          <p:nvPr>
            <p:ph idx="6"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88" name="Google Shape;1188;p76"/>
          <p:cNvSpPr txBox="1"/>
          <p:nvPr>
            <p:ph idx="7"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89" name="Google Shape;1189;p76"/>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BLANK_1_1_1_1_1_1_1_1_1_1_1_1_1_1">
    <p:bg>
      <p:bgPr>
        <a:solidFill>
          <a:schemeClr val="lt2"/>
        </a:solidFill>
      </p:bgPr>
    </p:bg>
    <p:spTree>
      <p:nvGrpSpPr>
        <p:cNvPr id="1190" name="Shape 1190"/>
        <p:cNvGrpSpPr/>
        <p:nvPr/>
      </p:nvGrpSpPr>
      <p:grpSpPr>
        <a:xfrm>
          <a:off x="0" y="0"/>
          <a:ext cx="0" cy="0"/>
          <a:chOff x="0" y="0"/>
          <a:chExt cx="0" cy="0"/>
        </a:xfrm>
      </p:grpSpPr>
      <p:grpSp>
        <p:nvGrpSpPr>
          <p:cNvPr id="1191" name="Google Shape;1191;p77"/>
          <p:cNvGrpSpPr/>
          <p:nvPr/>
        </p:nvGrpSpPr>
        <p:grpSpPr>
          <a:xfrm rot="5400000">
            <a:off x="593015" y="4280998"/>
            <a:ext cx="369896" cy="333900"/>
            <a:chOff x="96076" y="654376"/>
            <a:chExt cx="369896" cy="333900"/>
          </a:xfrm>
        </p:grpSpPr>
        <p:cxnSp>
          <p:nvCxnSpPr>
            <p:cNvPr id="1192" name="Google Shape;1192;p7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93" name="Google Shape;1193;p7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94" name="Google Shape;1194;p7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95" name="Google Shape;1195;p77"/>
          <p:cNvGrpSpPr/>
          <p:nvPr/>
        </p:nvGrpSpPr>
        <p:grpSpPr>
          <a:xfrm rot="5400000">
            <a:off x="591615" y="2800698"/>
            <a:ext cx="369896" cy="333900"/>
            <a:chOff x="96076" y="654376"/>
            <a:chExt cx="369896" cy="333900"/>
          </a:xfrm>
        </p:grpSpPr>
        <p:cxnSp>
          <p:nvCxnSpPr>
            <p:cNvPr id="1196" name="Google Shape;1196;p7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97" name="Google Shape;1197;p7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98" name="Google Shape;1198;p7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99" name="Google Shape;1199;p77"/>
          <p:cNvGrpSpPr/>
          <p:nvPr/>
        </p:nvGrpSpPr>
        <p:grpSpPr>
          <a:xfrm rot="5400000">
            <a:off x="594440" y="1320410"/>
            <a:ext cx="369896" cy="333900"/>
            <a:chOff x="96076" y="654376"/>
            <a:chExt cx="369896" cy="333900"/>
          </a:xfrm>
        </p:grpSpPr>
        <p:cxnSp>
          <p:nvCxnSpPr>
            <p:cNvPr id="1200" name="Google Shape;1200;p7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01" name="Google Shape;1201;p7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02" name="Google Shape;1202;p7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03" name="Google Shape;1203;p77"/>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04" name="Google Shape;1204;p77"/>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05" name="Google Shape;1205;p77"/>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06" name="Google Shape;1206;p77"/>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07" name="Google Shape;1207;p77"/>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08" name="Google Shape;1208;p77"/>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209" name="Google Shape;1209;p7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10" name="Google Shape;1210;p7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11" name="Google Shape;1211;p7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12" name="Google Shape;1212;p7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13" name="Google Shape;1213;p77"/>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214" name="Google Shape;1214;p77"/>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215" name="Google Shape;1215;p77"/>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16" name="Google Shape;1216;p77"/>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17" name="Google Shape;1217;p77"/>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18" name="Google Shape;1218;p77"/>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bg>
      <p:bgPr>
        <a:solidFill>
          <a:schemeClr val="lt2"/>
        </a:solidFill>
      </p:bgPr>
    </p:bg>
    <p:spTree>
      <p:nvGrpSpPr>
        <p:cNvPr id="1219" name="Shape 1219"/>
        <p:cNvGrpSpPr/>
        <p:nvPr/>
      </p:nvGrpSpPr>
      <p:grpSpPr>
        <a:xfrm>
          <a:off x="0" y="0"/>
          <a:ext cx="0" cy="0"/>
          <a:chOff x="0" y="0"/>
          <a:chExt cx="0" cy="0"/>
        </a:xfrm>
      </p:grpSpPr>
      <p:grpSp>
        <p:nvGrpSpPr>
          <p:cNvPr id="1220" name="Google Shape;1220;p78"/>
          <p:cNvGrpSpPr/>
          <p:nvPr/>
        </p:nvGrpSpPr>
        <p:grpSpPr>
          <a:xfrm rot="5400000">
            <a:off x="593015" y="4280998"/>
            <a:ext cx="369896" cy="333900"/>
            <a:chOff x="96076" y="654376"/>
            <a:chExt cx="369896" cy="333900"/>
          </a:xfrm>
        </p:grpSpPr>
        <p:cxnSp>
          <p:nvCxnSpPr>
            <p:cNvPr id="1221" name="Google Shape;1221;p7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22" name="Google Shape;1222;p7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23" name="Google Shape;1223;p7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24" name="Google Shape;1224;p78"/>
          <p:cNvGrpSpPr/>
          <p:nvPr/>
        </p:nvGrpSpPr>
        <p:grpSpPr>
          <a:xfrm rot="5400000">
            <a:off x="591615" y="2800698"/>
            <a:ext cx="369896" cy="333900"/>
            <a:chOff x="96076" y="654376"/>
            <a:chExt cx="369896" cy="333900"/>
          </a:xfrm>
        </p:grpSpPr>
        <p:cxnSp>
          <p:nvCxnSpPr>
            <p:cNvPr id="1225" name="Google Shape;1225;p7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26" name="Google Shape;1226;p7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27" name="Google Shape;1227;p7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28" name="Google Shape;1228;p78"/>
          <p:cNvGrpSpPr/>
          <p:nvPr/>
        </p:nvGrpSpPr>
        <p:grpSpPr>
          <a:xfrm rot="5400000">
            <a:off x="594440" y="1320410"/>
            <a:ext cx="369896" cy="333900"/>
            <a:chOff x="96076" y="654376"/>
            <a:chExt cx="369896" cy="333900"/>
          </a:xfrm>
        </p:grpSpPr>
        <p:cxnSp>
          <p:nvCxnSpPr>
            <p:cNvPr id="1229" name="Google Shape;1229;p7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30" name="Google Shape;1230;p7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31" name="Google Shape;1231;p7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32" name="Google Shape;1232;p78"/>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33" name="Google Shape;1233;p78"/>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4" name="Google Shape;1234;p78"/>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5" name="Google Shape;1235;p78"/>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6" name="Google Shape;1236;p78"/>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37" name="Google Shape;1237;p78"/>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238" name="Google Shape;1238;p7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39" name="Google Shape;1239;p7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40" name="Google Shape;1240;p7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41" name="Google Shape;1241;p7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42" name="Google Shape;1242;p78"/>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243" name="Google Shape;1243;p78"/>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244" name="Google Shape;1244;p78"/>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45" name="Google Shape;1245;p78"/>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6" name="Google Shape;1246;p78"/>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7" name="Google Shape;1247;p78"/>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8" name="Google Shape;1248;p78"/>
          <p:cNvSpPr txBox="1"/>
          <p:nvPr>
            <p:ph idx="7"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49" name="Google Shape;1249;p78"/>
          <p:cNvSpPr txBox="1"/>
          <p:nvPr>
            <p:ph idx="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50" name="Google Shape;1250;p78"/>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2"/>
        </a:solidFill>
      </p:bgPr>
    </p:bg>
    <p:spTree>
      <p:nvGrpSpPr>
        <p:cNvPr id="1251" name="Shape 1251"/>
        <p:cNvGrpSpPr/>
        <p:nvPr/>
      </p:nvGrpSpPr>
      <p:grpSpPr>
        <a:xfrm>
          <a:off x="0" y="0"/>
          <a:ext cx="0" cy="0"/>
          <a:chOff x="0" y="0"/>
          <a:chExt cx="0" cy="0"/>
        </a:xfrm>
      </p:grpSpPr>
      <p:grpSp>
        <p:nvGrpSpPr>
          <p:cNvPr id="1252" name="Google Shape;1252;p79"/>
          <p:cNvGrpSpPr/>
          <p:nvPr/>
        </p:nvGrpSpPr>
        <p:grpSpPr>
          <a:xfrm rot="5400000">
            <a:off x="593777" y="1244198"/>
            <a:ext cx="369896" cy="333900"/>
            <a:chOff x="96076" y="654376"/>
            <a:chExt cx="369896" cy="333900"/>
          </a:xfrm>
        </p:grpSpPr>
        <p:cxnSp>
          <p:nvCxnSpPr>
            <p:cNvPr id="1253" name="Google Shape;1253;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4" name="Google Shape;1254;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5" name="Google Shape;1255;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6" name="Google Shape;1256;p79"/>
          <p:cNvGrpSpPr/>
          <p:nvPr/>
        </p:nvGrpSpPr>
        <p:grpSpPr>
          <a:xfrm rot="5400000">
            <a:off x="593790" y="2286698"/>
            <a:ext cx="369896" cy="333900"/>
            <a:chOff x="96076" y="654376"/>
            <a:chExt cx="369896" cy="333900"/>
          </a:xfrm>
        </p:grpSpPr>
        <p:cxnSp>
          <p:nvCxnSpPr>
            <p:cNvPr id="1257" name="Google Shape;1257;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8" name="Google Shape;1258;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9" name="Google Shape;1259;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60" name="Google Shape;1260;p79"/>
          <p:cNvGrpSpPr/>
          <p:nvPr/>
        </p:nvGrpSpPr>
        <p:grpSpPr>
          <a:xfrm rot="5400000">
            <a:off x="593777" y="4371698"/>
            <a:ext cx="369896" cy="333900"/>
            <a:chOff x="96076" y="654376"/>
            <a:chExt cx="369896" cy="333900"/>
          </a:xfrm>
        </p:grpSpPr>
        <p:cxnSp>
          <p:nvCxnSpPr>
            <p:cNvPr id="1261" name="Google Shape;1261;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62" name="Google Shape;1262;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63" name="Google Shape;1263;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64" name="Google Shape;1264;p79"/>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5" name="Google Shape;1265;p79"/>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6" name="Google Shape;1266;p79"/>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67" name="Google Shape;1267;p79"/>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8" name="Google Shape;1268;p79"/>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grpSp>
        <p:nvGrpSpPr>
          <p:cNvPr id="1269" name="Google Shape;1269;p79"/>
          <p:cNvGrpSpPr/>
          <p:nvPr/>
        </p:nvGrpSpPr>
        <p:grpSpPr>
          <a:xfrm rot="5400000">
            <a:off x="593765" y="3328603"/>
            <a:ext cx="369896" cy="333900"/>
            <a:chOff x="96076" y="654376"/>
            <a:chExt cx="369896" cy="333900"/>
          </a:xfrm>
        </p:grpSpPr>
        <p:cxnSp>
          <p:nvCxnSpPr>
            <p:cNvPr id="1270" name="Google Shape;1270;p7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71" name="Google Shape;1271;p7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72" name="Google Shape;1272;p7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73" name="Google Shape;1273;p79"/>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74" name="Google Shape;1274;p79"/>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75" name="Google Shape;1275;p79"/>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76" name="Google Shape;1276;p7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77" name="Google Shape;1277;p7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78" name="Google Shape;1278;p7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9" name="Google Shape;1279;p7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80" name="Google Shape;1280;p79"/>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81" name="Google Shape;1281;p79"/>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82" name="Google Shape;1282;p79"/>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83" name="Google Shape;1283;p79"/>
          <p:cNvSpPr txBox="1"/>
          <p:nvPr>
            <p:ph idx="5" type="subTitle"/>
          </p:nvPr>
        </p:nvSpPr>
        <p:spPr>
          <a:xfrm>
            <a:off x="1042088"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84" name="Google Shape;1284;p79"/>
          <p:cNvSpPr txBox="1"/>
          <p:nvPr>
            <p:ph idx="6" type="subTitle"/>
          </p:nvPr>
        </p:nvSpPr>
        <p:spPr>
          <a:xfrm>
            <a:off x="1042088"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85" name="Google Shape;1285;p79"/>
          <p:cNvSpPr txBox="1"/>
          <p:nvPr>
            <p:ph idx="7" type="subTitle"/>
          </p:nvPr>
        </p:nvSpPr>
        <p:spPr>
          <a:xfrm>
            <a:off x="1042088"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86" name="Google Shape;1286;p79"/>
          <p:cNvSpPr txBox="1"/>
          <p:nvPr>
            <p:ph idx="8" type="subTitle"/>
          </p:nvPr>
        </p:nvSpPr>
        <p:spPr>
          <a:xfrm>
            <a:off x="1042088"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2"/>
        </a:solidFill>
      </p:bgPr>
    </p:bg>
    <p:spTree>
      <p:nvGrpSpPr>
        <p:cNvPr id="1287" name="Shape 1287"/>
        <p:cNvGrpSpPr/>
        <p:nvPr/>
      </p:nvGrpSpPr>
      <p:grpSpPr>
        <a:xfrm>
          <a:off x="0" y="0"/>
          <a:ext cx="0" cy="0"/>
          <a:chOff x="0" y="0"/>
          <a:chExt cx="0" cy="0"/>
        </a:xfrm>
      </p:grpSpPr>
      <p:grpSp>
        <p:nvGrpSpPr>
          <p:cNvPr id="1288" name="Google Shape;1288;p80"/>
          <p:cNvGrpSpPr/>
          <p:nvPr/>
        </p:nvGrpSpPr>
        <p:grpSpPr>
          <a:xfrm rot="5400000">
            <a:off x="593777" y="1244198"/>
            <a:ext cx="369896" cy="333900"/>
            <a:chOff x="96076" y="654376"/>
            <a:chExt cx="369896" cy="333900"/>
          </a:xfrm>
        </p:grpSpPr>
        <p:cxnSp>
          <p:nvCxnSpPr>
            <p:cNvPr id="1289" name="Google Shape;1289;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90" name="Google Shape;1290;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91" name="Google Shape;1291;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92" name="Google Shape;1292;p80"/>
          <p:cNvGrpSpPr/>
          <p:nvPr/>
        </p:nvGrpSpPr>
        <p:grpSpPr>
          <a:xfrm rot="5400000">
            <a:off x="593790" y="2286698"/>
            <a:ext cx="369896" cy="333900"/>
            <a:chOff x="96076" y="654376"/>
            <a:chExt cx="369896" cy="333900"/>
          </a:xfrm>
        </p:grpSpPr>
        <p:cxnSp>
          <p:nvCxnSpPr>
            <p:cNvPr id="1293" name="Google Shape;1293;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94" name="Google Shape;1294;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95" name="Google Shape;1295;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96" name="Google Shape;1296;p80"/>
          <p:cNvGrpSpPr/>
          <p:nvPr/>
        </p:nvGrpSpPr>
        <p:grpSpPr>
          <a:xfrm rot="5400000">
            <a:off x="593777" y="4371698"/>
            <a:ext cx="369896" cy="333900"/>
            <a:chOff x="96076" y="654376"/>
            <a:chExt cx="369896" cy="333900"/>
          </a:xfrm>
        </p:grpSpPr>
        <p:cxnSp>
          <p:nvCxnSpPr>
            <p:cNvPr id="1297" name="Google Shape;1297;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98" name="Google Shape;1298;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99" name="Google Shape;1299;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300" name="Google Shape;1300;p80"/>
          <p:cNvGrpSpPr/>
          <p:nvPr/>
        </p:nvGrpSpPr>
        <p:grpSpPr>
          <a:xfrm rot="5400000">
            <a:off x="593765" y="3328603"/>
            <a:ext cx="369896" cy="333900"/>
            <a:chOff x="96076" y="654376"/>
            <a:chExt cx="369896" cy="333900"/>
          </a:xfrm>
        </p:grpSpPr>
        <p:cxnSp>
          <p:nvCxnSpPr>
            <p:cNvPr id="1301" name="Google Shape;1301;p8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302" name="Google Shape;1302;p8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303" name="Google Shape;1303;p8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304" name="Google Shape;1304;p80"/>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05" name="Google Shape;1305;p80"/>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06" name="Google Shape;1306;p80"/>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07" name="Google Shape;1307;p80"/>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08" name="Google Shape;1308;p80"/>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309" name="Google Shape;1309;p80"/>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310" name="Google Shape;1310;p80"/>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311" name="Google Shape;1311;p80"/>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312" name="Google Shape;1312;p8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313" name="Google Shape;1313;p8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14" name="Google Shape;1314;p8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15" name="Google Shape;1315;p8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16" name="Google Shape;1316;p80"/>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317" name="Google Shape;1317;p80"/>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318" name="Google Shape;1318;p80"/>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319" name="Google Shape;1319;p80"/>
          <p:cNvSpPr txBox="1"/>
          <p:nvPr>
            <p:ph idx="5" type="subTitle"/>
          </p:nvPr>
        </p:nvSpPr>
        <p:spPr>
          <a:xfrm>
            <a:off x="1042100"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0" name="Google Shape;1320;p80"/>
          <p:cNvSpPr txBox="1"/>
          <p:nvPr>
            <p:ph idx="6" type="subTitle"/>
          </p:nvPr>
        </p:nvSpPr>
        <p:spPr>
          <a:xfrm>
            <a:off x="1042100"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1" name="Google Shape;1321;p80"/>
          <p:cNvSpPr txBox="1"/>
          <p:nvPr>
            <p:ph idx="7" type="subTitle"/>
          </p:nvPr>
        </p:nvSpPr>
        <p:spPr>
          <a:xfrm>
            <a:off x="1042100"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2" name="Google Shape;1322;p80"/>
          <p:cNvSpPr txBox="1"/>
          <p:nvPr>
            <p:ph idx="8" type="subTitle"/>
          </p:nvPr>
        </p:nvSpPr>
        <p:spPr>
          <a:xfrm>
            <a:off x="1042100"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323" name="Google Shape;1323;p80"/>
          <p:cNvSpPr txBox="1"/>
          <p:nvPr>
            <p:ph idx="9"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24" name="Google Shape;1324;p80"/>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25" name="Google Shape;1325;p80"/>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BLANK_1_1_1_1_1_1_1_1_1_1_1_1_1_1_1_1">
    <p:bg>
      <p:bgPr>
        <a:solidFill>
          <a:schemeClr val="lt2"/>
        </a:solidFill>
      </p:bgPr>
    </p:bg>
    <p:spTree>
      <p:nvGrpSpPr>
        <p:cNvPr id="1326" name="Shape 1326"/>
        <p:cNvGrpSpPr/>
        <p:nvPr/>
      </p:nvGrpSpPr>
      <p:grpSpPr>
        <a:xfrm>
          <a:off x="0" y="0"/>
          <a:ext cx="0" cy="0"/>
          <a:chOff x="0" y="0"/>
          <a:chExt cx="0" cy="0"/>
        </a:xfrm>
      </p:grpSpPr>
      <p:sp>
        <p:nvSpPr>
          <p:cNvPr id="1327" name="Google Shape;1327;p81"/>
          <p:cNvSpPr/>
          <p:nvPr>
            <p:ph idx="2" type="pic"/>
          </p:nvPr>
        </p:nvSpPr>
        <p:spPr>
          <a:xfrm>
            <a:off x="1408925" y="1186475"/>
            <a:ext cx="6585900" cy="3497400"/>
          </a:xfrm>
          <a:prstGeom prst="roundRect">
            <a:avLst>
              <a:gd fmla="val 6865" name="adj"/>
            </a:avLst>
          </a:prstGeom>
          <a:noFill/>
          <a:ln>
            <a:noFill/>
          </a:ln>
        </p:spPr>
      </p:sp>
      <p:sp>
        <p:nvSpPr>
          <p:cNvPr id="1328" name="Google Shape;1328;p8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29" name="Google Shape;1329;p8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30" name="Google Shape;1330;p8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31" name="Google Shape;1331;p8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2" name="Google Shape;1332;p8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3" name="Google Shape;1333;p8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_2">
    <p:bg>
      <p:bgPr>
        <a:solidFill>
          <a:schemeClr val="lt2"/>
        </a:solidFill>
      </p:bgPr>
    </p:bg>
    <p:spTree>
      <p:nvGrpSpPr>
        <p:cNvPr id="1334" name="Shape 1334"/>
        <p:cNvGrpSpPr/>
        <p:nvPr/>
      </p:nvGrpSpPr>
      <p:grpSpPr>
        <a:xfrm>
          <a:off x="0" y="0"/>
          <a:ext cx="0" cy="0"/>
          <a:chOff x="0" y="0"/>
          <a:chExt cx="0" cy="0"/>
        </a:xfrm>
      </p:grpSpPr>
      <p:sp>
        <p:nvSpPr>
          <p:cNvPr id="1335" name="Google Shape;1335;p82"/>
          <p:cNvSpPr/>
          <p:nvPr>
            <p:ph idx="2" type="pic"/>
          </p:nvPr>
        </p:nvSpPr>
        <p:spPr>
          <a:xfrm>
            <a:off x="1408925" y="1186475"/>
            <a:ext cx="6585900" cy="3497400"/>
          </a:xfrm>
          <a:prstGeom prst="roundRect">
            <a:avLst>
              <a:gd fmla="val 6865" name="adj"/>
            </a:avLst>
          </a:prstGeom>
          <a:noFill/>
          <a:ln>
            <a:noFill/>
          </a:ln>
        </p:spPr>
      </p:sp>
      <p:sp>
        <p:nvSpPr>
          <p:cNvPr id="1336" name="Google Shape;1336;p8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37" name="Google Shape;1337;p8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38" name="Google Shape;1338;p8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39" name="Google Shape;1339;p8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40" name="Google Shape;1340;p8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41" name="Google Shape;1341;p8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42" name="Google Shape;1342;p8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3" name="Google Shape;1343;p82"/>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44" name="Google Shape;1344;p8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BLANK_1_1_1_1_1_1_1_1_1_1_1_1_1_1_1_1_1">
    <p:bg>
      <p:bgPr>
        <a:solidFill>
          <a:schemeClr val="lt2"/>
        </a:solidFill>
      </p:bgPr>
    </p:bg>
    <p:spTree>
      <p:nvGrpSpPr>
        <p:cNvPr id="1345" name="Shape 1345"/>
        <p:cNvGrpSpPr/>
        <p:nvPr/>
      </p:nvGrpSpPr>
      <p:grpSpPr>
        <a:xfrm>
          <a:off x="0" y="0"/>
          <a:ext cx="0" cy="0"/>
          <a:chOff x="0" y="0"/>
          <a:chExt cx="0" cy="0"/>
        </a:xfrm>
      </p:grpSpPr>
      <p:sp>
        <p:nvSpPr>
          <p:cNvPr id="1346" name="Google Shape;1346;p83"/>
          <p:cNvSpPr/>
          <p:nvPr>
            <p:ph idx="2" type="pic"/>
          </p:nvPr>
        </p:nvSpPr>
        <p:spPr>
          <a:xfrm>
            <a:off x="779675" y="1186481"/>
            <a:ext cx="3819900" cy="2148900"/>
          </a:xfrm>
          <a:prstGeom prst="roundRect">
            <a:avLst>
              <a:gd fmla="val 6865" name="adj"/>
            </a:avLst>
          </a:prstGeom>
          <a:noFill/>
          <a:ln>
            <a:noFill/>
          </a:ln>
        </p:spPr>
      </p:sp>
      <p:sp>
        <p:nvSpPr>
          <p:cNvPr id="1347" name="Google Shape;1347;p83"/>
          <p:cNvSpPr/>
          <p:nvPr>
            <p:ph idx="3" type="pic"/>
          </p:nvPr>
        </p:nvSpPr>
        <p:spPr>
          <a:xfrm>
            <a:off x="4798950" y="1186481"/>
            <a:ext cx="3819900" cy="2148900"/>
          </a:xfrm>
          <a:prstGeom prst="roundRect">
            <a:avLst>
              <a:gd fmla="val 6865" name="adj"/>
            </a:avLst>
          </a:prstGeom>
          <a:noFill/>
          <a:ln>
            <a:noFill/>
          </a:ln>
        </p:spPr>
      </p:sp>
      <p:sp>
        <p:nvSpPr>
          <p:cNvPr id="1348" name="Google Shape;1348;p8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49" name="Google Shape;1349;p8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50" name="Google Shape;1350;p8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51" name="Google Shape;1351;p8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2" name="Google Shape;1352;p8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3" name="Google Shape;1353;p8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54" name="Google Shape;1354;p83"/>
          <p:cNvSpPr txBox="1"/>
          <p:nvPr>
            <p:ph idx="1"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55" name="Google Shape;1355;p83"/>
          <p:cNvSpPr txBox="1"/>
          <p:nvPr>
            <p:ph idx="4"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56" name="Google Shape;1356;p83"/>
          <p:cNvSpPr txBox="1"/>
          <p:nvPr>
            <p:ph idx="5"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57" name="Google Shape;1357;p83"/>
          <p:cNvSpPr txBox="1"/>
          <p:nvPr>
            <p:ph idx="6"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1">
  <p:cSld name="BLANK_1_1_1_1_1_1_1_1_1_1_1_1_1_1_1_1_1_2">
    <p:bg>
      <p:bgPr>
        <a:solidFill>
          <a:schemeClr val="lt2"/>
        </a:solidFill>
      </p:bgPr>
    </p:bg>
    <p:spTree>
      <p:nvGrpSpPr>
        <p:cNvPr id="1358" name="Shape 1358"/>
        <p:cNvGrpSpPr/>
        <p:nvPr/>
      </p:nvGrpSpPr>
      <p:grpSpPr>
        <a:xfrm>
          <a:off x="0" y="0"/>
          <a:ext cx="0" cy="0"/>
          <a:chOff x="0" y="0"/>
          <a:chExt cx="0" cy="0"/>
        </a:xfrm>
      </p:grpSpPr>
      <p:sp>
        <p:nvSpPr>
          <p:cNvPr id="1359" name="Google Shape;1359;p8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60" name="Google Shape;1360;p8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61" name="Google Shape;1361;p8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62" name="Google Shape;1362;p84"/>
          <p:cNvSpPr/>
          <p:nvPr>
            <p:ph idx="4" type="pic"/>
          </p:nvPr>
        </p:nvSpPr>
        <p:spPr>
          <a:xfrm>
            <a:off x="779675" y="1186481"/>
            <a:ext cx="3819900" cy="2148900"/>
          </a:xfrm>
          <a:prstGeom prst="roundRect">
            <a:avLst>
              <a:gd fmla="val 6865" name="adj"/>
            </a:avLst>
          </a:prstGeom>
          <a:noFill/>
          <a:ln>
            <a:noFill/>
          </a:ln>
        </p:spPr>
      </p:sp>
      <p:sp>
        <p:nvSpPr>
          <p:cNvPr id="1363" name="Google Shape;1363;p84"/>
          <p:cNvSpPr/>
          <p:nvPr>
            <p:ph idx="5" type="pic"/>
          </p:nvPr>
        </p:nvSpPr>
        <p:spPr>
          <a:xfrm>
            <a:off x="4798950" y="1186481"/>
            <a:ext cx="3819900" cy="2148900"/>
          </a:xfrm>
          <a:prstGeom prst="roundRect">
            <a:avLst>
              <a:gd fmla="val 6865" name="adj"/>
            </a:avLst>
          </a:prstGeom>
          <a:noFill/>
          <a:ln>
            <a:noFill/>
          </a:ln>
        </p:spPr>
      </p:sp>
      <p:sp>
        <p:nvSpPr>
          <p:cNvPr id="1364" name="Google Shape;1364;p84"/>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65" name="Google Shape;1365;p8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66" name="Google Shape;1366;p8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67" name="Google Shape;1367;p8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68" name="Google Shape;1368;p8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69" name="Google Shape;1369;p8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70" name="Google Shape;1370;p84"/>
          <p:cNvSpPr txBox="1"/>
          <p:nvPr>
            <p:ph idx="6"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71" name="Google Shape;1371;p84"/>
          <p:cNvSpPr txBox="1"/>
          <p:nvPr>
            <p:ph idx="7"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72" name="Google Shape;1372;p84"/>
          <p:cNvSpPr txBox="1"/>
          <p:nvPr>
            <p:ph idx="8"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73" name="Google Shape;1373;p84"/>
          <p:cNvSpPr txBox="1"/>
          <p:nvPr>
            <p:ph idx="9"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solidFill>
          <a:schemeClr val="lt2"/>
        </a:solidFill>
      </p:bgPr>
    </p:bg>
    <p:spTree>
      <p:nvGrpSpPr>
        <p:cNvPr id="1374" name="Shape 1374"/>
        <p:cNvGrpSpPr/>
        <p:nvPr/>
      </p:nvGrpSpPr>
      <p:grpSpPr>
        <a:xfrm>
          <a:off x="0" y="0"/>
          <a:ext cx="0" cy="0"/>
          <a:chOff x="0" y="0"/>
          <a:chExt cx="0" cy="0"/>
        </a:xfrm>
      </p:grpSpPr>
      <p:sp>
        <p:nvSpPr>
          <p:cNvPr id="1375" name="Google Shape;1375;p85"/>
          <p:cNvSpPr/>
          <p:nvPr>
            <p:ph idx="2" type="pic"/>
          </p:nvPr>
        </p:nvSpPr>
        <p:spPr>
          <a:xfrm>
            <a:off x="779638" y="1448025"/>
            <a:ext cx="2424300" cy="1560300"/>
          </a:xfrm>
          <a:prstGeom prst="roundRect">
            <a:avLst>
              <a:gd fmla="val 6865" name="adj"/>
            </a:avLst>
          </a:prstGeom>
          <a:noFill/>
          <a:ln>
            <a:noFill/>
          </a:ln>
        </p:spPr>
      </p:sp>
      <p:sp>
        <p:nvSpPr>
          <p:cNvPr id="1376" name="Google Shape;1376;p85"/>
          <p:cNvSpPr/>
          <p:nvPr>
            <p:ph idx="3" type="pic"/>
          </p:nvPr>
        </p:nvSpPr>
        <p:spPr>
          <a:xfrm>
            <a:off x="3487091" y="1448025"/>
            <a:ext cx="2424300" cy="1560300"/>
          </a:xfrm>
          <a:prstGeom prst="roundRect">
            <a:avLst>
              <a:gd fmla="val 6865" name="adj"/>
            </a:avLst>
          </a:prstGeom>
          <a:noFill/>
          <a:ln>
            <a:noFill/>
          </a:ln>
        </p:spPr>
      </p:sp>
      <p:sp>
        <p:nvSpPr>
          <p:cNvPr id="1377" name="Google Shape;1377;p85"/>
          <p:cNvSpPr/>
          <p:nvPr>
            <p:ph idx="4" type="pic"/>
          </p:nvPr>
        </p:nvSpPr>
        <p:spPr>
          <a:xfrm>
            <a:off x="6194533" y="1448025"/>
            <a:ext cx="2424300" cy="1560300"/>
          </a:xfrm>
          <a:prstGeom prst="roundRect">
            <a:avLst>
              <a:gd fmla="val 6865" name="adj"/>
            </a:avLst>
          </a:prstGeom>
          <a:noFill/>
          <a:ln>
            <a:noFill/>
          </a:ln>
        </p:spPr>
      </p:sp>
      <p:sp>
        <p:nvSpPr>
          <p:cNvPr id="1378" name="Google Shape;1378;p85"/>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79" name="Google Shape;1379;p8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80" name="Google Shape;1380;p8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81" name="Google Shape;1381;p8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82" name="Google Shape;1382;p8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83" name="Google Shape;1383;p85"/>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84" name="Google Shape;1384;p85"/>
          <p:cNvSpPr txBox="1"/>
          <p:nvPr>
            <p:ph idx="1"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85" name="Google Shape;1385;p85"/>
          <p:cNvSpPr txBox="1"/>
          <p:nvPr>
            <p:ph idx="5"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86" name="Google Shape;1386;p85"/>
          <p:cNvSpPr txBox="1"/>
          <p:nvPr>
            <p:ph idx="6"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87" name="Google Shape;1387;p85"/>
          <p:cNvSpPr txBox="1"/>
          <p:nvPr>
            <p:ph idx="7"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88" name="Google Shape;1388;p85"/>
          <p:cNvSpPr txBox="1"/>
          <p:nvPr>
            <p:ph idx="8"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89" name="Google Shape;1389;p85"/>
          <p:cNvSpPr txBox="1"/>
          <p:nvPr>
            <p:ph idx="9"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bg>
      <p:bgPr>
        <a:solidFill>
          <a:schemeClr val="lt2"/>
        </a:solidFill>
      </p:bgPr>
    </p:bg>
    <p:spTree>
      <p:nvGrpSpPr>
        <p:cNvPr id="1390" name="Shape 1390"/>
        <p:cNvGrpSpPr/>
        <p:nvPr/>
      </p:nvGrpSpPr>
      <p:grpSpPr>
        <a:xfrm>
          <a:off x="0" y="0"/>
          <a:ext cx="0" cy="0"/>
          <a:chOff x="0" y="0"/>
          <a:chExt cx="0" cy="0"/>
        </a:xfrm>
      </p:grpSpPr>
      <p:sp>
        <p:nvSpPr>
          <p:cNvPr id="1391" name="Google Shape;1391;p86"/>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2" name="Google Shape;1392;p86"/>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93" name="Google Shape;1393;p8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4" name="Google Shape;1394;p86"/>
          <p:cNvSpPr/>
          <p:nvPr>
            <p:ph idx="4" type="pic"/>
          </p:nvPr>
        </p:nvSpPr>
        <p:spPr>
          <a:xfrm>
            <a:off x="779638" y="1448025"/>
            <a:ext cx="2424300" cy="1560300"/>
          </a:xfrm>
          <a:prstGeom prst="roundRect">
            <a:avLst>
              <a:gd fmla="val 6865" name="adj"/>
            </a:avLst>
          </a:prstGeom>
          <a:noFill/>
          <a:ln>
            <a:noFill/>
          </a:ln>
        </p:spPr>
      </p:sp>
      <p:sp>
        <p:nvSpPr>
          <p:cNvPr id="1395" name="Google Shape;1395;p86"/>
          <p:cNvSpPr/>
          <p:nvPr>
            <p:ph idx="5" type="pic"/>
          </p:nvPr>
        </p:nvSpPr>
        <p:spPr>
          <a:xfrm>
            <a:off x="3487091" y="1448025"/>
            <a:ext cx="2424300" cy="1560300"/>
          </a:xfrm>
          <a:prstGeom prst="roundRect">
            <a:avLst>
              <a:gd fmla="val 6865" name="adj"/>
            </a:avLst>
          </a:prstGeom>
          <a:noFill/>
          <a:ln>
            <a:noFill/>
          </a:ln>
        </p:spPr>
      </p:sp>
      <p:sp>
        <p:nvSpPr>
          <p:cNvPr id="1396" name="Google Shape;1396;p86"/>
          <p:cNvSpPr/>
          <p:nvPr>
            <p:ph idx="6" type="pic"/>
          </p:nvPr>
        </p:nvSpPr>
        <p:spPr>
          <a:xfrm>
            <a:off x="6194533" y="1448025"/>
            <a:ext cx="2424300" cy="1560300"/>
          </a:xfrm>
          <a:prstGeom prst="roundRect">
            <a:avLst>
              <a:gd fmla="val 6865" name="adj"/>
            </a:avLst>
          </a:prstGeom>
          <a:noFill/>
          <a:ln>
            <a:noFill/>
          </a:ln>
        </p:spPr>
      </p:sp>
      <p:sp>
        <p:nvSpPr>
          <p:cNvPr id="1397" name="Google Shape;1397;p86"/>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98" name="Google Shape;1398;p8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99" name="Google Shape;1399;p8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00" name="Google Shape;1400;p8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01" name="Google Shape;1401;p8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02" name="Google Shape;1402;p86"/>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403" name="Google Shape;1403;p86"/>
          <p:cNvSpPr txBox="1"/>
          <p:nvPr>
            <p:ph idx="7"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404" name="Google Shape;1404;p86"/>
          <p:cNvSpPr txBox="1"/>
          <p:nvPr>
            <p:ph idx="8"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405" name="Google Shape;1405;p86"/>
          <p:cNvSpPr txBox="1"/>
          <p:nvPr>
            <p:ph idx="9"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406" name="Google Shape;1406;p86"/>
          <p:cNvSpPr txBox="1"/>
          <p:nvPr>
            <p:ph idx="13"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407" name="Google Shape;1407;p86"/>
          <p:cNvSpPr txBox="1"/>
          <p:nvPr>
            <p:ph idx="14"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408" name="Google Shape;1408;p86"/>
          <p:cNvSpPr txBox="1"/>
          <p:nvPr>
            <p:ph idx="15"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_1_1_1_1_1_1_1_1_1_1_1_1_1_1_1_1_1_1">
    <p:bg>
      <p:bgPr>
        <a:solidFill>
          <a:schemeClr val="lt2"/>
        </a:solidFill>
      </p:bgPr>
    </p:bg>
    <p:spTree>
      <p:nvGrpSpPr>
        <p:cNvPr id="1409" name="Shape 1409"/>
        <p:cNvGrpSpPr/>
        <p:nvPr/>
      </p:nvGrpSpPr>
      <p:grpSpPr>
        <a:xfrm>
          <a:off x="0" y="0"/>
          <a:ext cx="0" cy="0"/>
          <a:chOff x="0" y="0"/>
          <a:chExt cx="0" cy="0"/>
        </a:xfrm>
      </p:grpSpPr>
      <p:sp>
        <p:nvSpPr>
          <p:cNvPr id="1410" name="Google Shape;1410;p87"/>
          <p:cNvSpPr/>
          <p:nvPr>
            <p:ph idx="2" type="pic"/>
          </p:nvPr>
        </p:nvSpPr>
        <p:spPr>
          <a:xfrm>
            <a:off x="1540250" y="1039100"/>
            <a:ext cx="6585900" cy="3400500"/>
          </a:xfrm>
          <a:prstGeom prst="roundRect">
            <a:avLst>
              <a:gd fmla="val 6865" name="adj"/>
            </a:avLst>
          </a:prstGeom>
          <a:noFill/>
          <a:ln>
            <a:noFill/>
          </a:ln>
        </p:spPr>
      </p:sp>
      <p:cxnSp>
        <p:nvCxnSpPr>
          <p:cNvPr id="1411" name="Google Shape;1411;p8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12" name="Google Shape;1412;p8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13" name="Google Shape;1413;p8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14" name="Google Shape;1414;p8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 ALT 1">
  <p:cSld name="BLANK_1_1_1_1_1_1_1_1_1_1_1_1_1_1_1_1_1_1_1_2">
    <p:bg>
      <p:bgPr>
        <a:solidFill>
          <a:schemeClr val="lt2"/>
        </a:solidFill>
      </p:bgPr>
    </p:bg>
    <p:spTree>
      <p:nvGrpSpPr>
        <p:cNvPr id="1415" name="Shape 1415"/>
        <p:cNvGrpSpPr/>
        <p:nvPr/>
      </p:nvGrpSpPr>
      <p:grpSpPr>
        <a:xfrm>
          <a:off x="0" y="0"/>
          <a:ext cx="0" cy="0"/>
          <a:chOff x="0" y="0"/>
          <a:chExt cx="0" cy="0"/>
        </a:xfrm>
      </p:grpSpPr>
      <p:sp>
        <p:nvSpPr>
          <p:cNvPr id="1416" name="Google Shape;1416;p88"/>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417" name="Google Shape;1417;p88"/>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18" name="Google Shape;1418;p8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19" name="Google Shape;1419;p88"/>
          <p:cNvSpPr/>
          <p:nvPr>
            <p:ph idx="4" type="pic"/>
          </p:nvPr>
        </p:nvSpPr>
        <p:spPr>
          <a:xfrm>
            <a:off x="1540250" y="1039100"/>
            <a:ext cx="6585900" cy="3400500"/>
          </a:xfrm>
          <a:prstGeom prst="roundRect">
            <a:avLst>
              <a:gd fmla="val 6865" name="adj"/>
            </a:avLst>
          </a:prstGeom>
          <a:noFill/>
          <a:ln>
            <a:noFill/>
          </a:ln>
        </p:spPr>
      </p:sp>
      <p:cxnSp>
        <p:nvCxnSpPr>
          <p:cNvPr id="1420" name="Google Shape;1420;p8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21" name="Google Shape;1421;p8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22" name="Google Shape;1422;p8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23" name="Google Shape;1423;p8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BLANK_1_1_1_1_1_1_1_1_1_1_1_1_1_1_1_1_1_1_1_1">
    <p:bg>
      <p:bgPr>
        <a:solidFill>
          <a:schemeClr val="lt2"/>
        </a:solidFill>
      </p:bgPr>
    </p:bg>
    <p:spTree>
      <p:nvGrpSpPr>
        <p:cNvPr id="1424" name="Shape 1424"/>
        <p:cNvGrpSpPr/>
        <p:nvPr/>
      </p:nvGrpSpPr>
      <p:grpSpPr>
        <a:xfrm>
          <a:off x="0" y="0"/>
          <a:ext cx="0" cy="0"/>
          <a:chOff x="0" y="0"/>
          <a:chExt cx="0" cy="0"/>
        </a:xfrm>
      </p:grpSpPr>
      <p:sp>
        <p:nvSpPr>
          <p:cNvPr id="1425" name="Google Shape;1425;p89"/>
          <p:cNvSpPr/>
          <p:nvPr>
            <p:ph idx="2" type="pic"/>
          </p:nvPr>
        </p:nvSpPr>
        <p:spPr>
          <a:xfrm>
            <a:off x="1907087" y="1245243"/>
            <a:ext cx="1868700" cy="1051200"/>
          </a:xfrm>
          <a:prstGeom prst="roundRect">
            <a:avLst>
              <a:gd fmla="val 6865" name="adj"/>
            </a:avLst>
          </a:prstGeom>
          <a:noFill/>
          <a:ln>
            <a:noFill/>
          </a:ln>
        </p:spPr>
      </p:sp>
      <p:sp>
        <p:nvSpPr>
          <p:cNvPr id="1426" name="Google Shape;1426;p89"/>
          <p:cNvSpPr/>
          <p:nvPr>
            <p:ph idx="3" type="pic"/>
          </p:nvPr>
        </p:nvSpPr>
        <p:spPr>
          <a:xfrm>
            <a:off x="3898886" y="1245243"/>
            <a:ext cx="1868700" cy="1051200"/>
          </a:xfrm>
          <a:prstGeom prst="roundRect">
            <a:avLst>
              <a:gd fmla="val 6865" name="adj"/>
            </a:avLst>
          </a:prstGeom>
          <a:noFill/>
          <a:ln>
            <a:noFill/>
          </a:ln>
        </p:spPr>
      </p:sp>
      <p:sp>
        <p:nvSpPr>
          <p:cNvPr id="1427" name="Google Shape;1427;p89"/>
          <p:cNvSpPr/>
          <p:nvPr>
            <p:ph idx="4" type="pic"/>
          </p:nvPr>
        </p:nvSpPr>
        <p:spPr>
          <a:xfrm>
            <a:off x="5890685" y="1245243"/>
            <a:ext cx="1868700" cy="1051200"/>
          </a:xfrm>
          <a:prstGeom prst="roundRect">
            <a:avLst>
              <a:gd fmla="val 6865" name="adj"/>
            </a:avLst>
          </a:prstGeom>
          <a:noFill/>
          <a:ln>
            <a:noFill/>
          </a:ln>
        </p:spPr>
      </p:sp>
      <p:sp>
        <p:nvSpPr>
          <p:cNvPr id="1428" name="Google Shape;1428;p89"/>
          <p:cNvSpPr/>
          <p:nvPr>
            <p:ph idx="5" type="pic"/>
          </p:nvPr>
        </p:nvSpPr>
        <p:spPr>
          <a:xfrm>
            <a:off x="1907087" y="2409575"/>
            <a:ext cx="1868700" cy="1051200"/>
          </a:xfrm>
          <a:prstGeom prst="roundRect">
            <a:avLst>
              <a:gd fmla="val 6865" name="adj"/>
            </a:avLst>
          </a:prstGeom>
          <a:noFill/>
          <a:ln>
            <a:noFill/>
          </a:ln>
        </p:spPr>
      </p:sp>
      <p:sp>
        <p:nvSpPr>
          <p:cNvPr id="1429" name="Google Shape;1429;p89"/>
          <p:cNvSpPr/>
          <p:nvPr>
            <p:ph idx="6" type="pic"/>
          </p:nvPr>
        </p:nvSpPr>
        <p:spPr>
          <a:xfrm>
            <a:off x="3898886" y="2409575"/>
            <a:ext cx="1868700" cy="1051200"/>
          </a:xfrm>
          <a:prstGeom prst="roundRect">
            <a:avLst>
              <a:gd fmla="val 6865" name="adj"/>
            </a:avLst>
          </a:prstGeom>
          <a:noFill/>
          <a:ln>
            <a:noFill/>
          </a:ln>
        </p:spPr>
      </p:sp>
      <p:sp>
        <p:nvSpPr>
          <p:cNvPr id="1430" name="Google Shape;1430;p89"/>
          <p:cNvSpPr/>
          <p:nvPr>
            <p:ph idx="7" type="pic"/>
          </p:nvPr>
        </p:nvSpPr>
        <p:spPr>
          <a:xfrm>
            <a:off x="5890685" y="2409575"/>
            <a:ext cx="1868700" cy="1051200"/>
          </a:xfrm>
          <a:prstGeom prst="roundRect">
            <a:avLst>
              <a:gd fmla="val 6865" name="adj"/>
            </a:avLst>
          </a:prstGeom>
          <a:noFill/>
          <a:ln>
            <a:noFill/>
          </a:ln>
        </p:spPr>
      </p:sp>
      <p:sp>
        <p:nvSpPr>
          <p:cNvPr id="1431" name="Google Shape;1431;p89"/>
          <p:cNvSpPr/>
          <p:nvPr>
            <p:ph idx="8" type="pic"/>
          </p:nvPr>
        </p:nvSpPr>
        <p:spPr>
          <a:xfrm>
            <a:off x="1907087" y="3573907"/>
            <a:ext cx="1868700" cy="1051200"/>
          </a:xfrm>
          <a:prstGeom prst="roundRect">
            <a:avLst>
              <a:gd fmla="val 6865" name="adj"/>
            </a:avLst>
          </a:prstGeom>
          <a:noFill/>
          <a:ln>
            <a:noFill/>
          </a:ln>
        </p:spPr>
      </p:sp>
      <p:sp>
        <p:nvSpPr>
          <p:cNvPr id="1432" name="Google Shape;1432;p89"/>
          <p:cNvSpPr/>
          <p:nvPr>
            <p:ph idx="9" type="pic"/>
          </p:nvPr>
        </p:nvSpPr>
        <p:spPr>
          <a:xfrm>
            <a:off x="3898886" y="3573907"/>
            <a:ext cx="1868700" cy="1051200"/>
          </a:xfrm>
          <a:prstGeom prst="roundRect">
            <a:avLst>
              <a:gd fmla="val 6865" name="adj"/>
            </a:avLst>
          </a:prstGeom>
          <a:noFill/>
          <a:ln>
            <a:noFill/>
          </a:ln>
        </p:spPr>
      </p:sp>
      <p:sp>
        <p:nvSpPr>
          <p:cNvPr id="1433" name="Google Shape;1433;p89"/>
          <p:cNvSpPr/>
          <p:nvPr>
            <p:ph idx="13" type="pic"/>
          </p:nvPr>
        </p:nvSpPr>
        <p:spPr>
          <a:xfrm>
            <a:off x="5890685" y="3573907"/>
            <a:ext cx="1868700" cy="1051200"/>
          </a:xfrm>
          <a:prstGeom prst="roundRect">
            <a:avLst>
              <a:gd fmla="val 6865" name="adj"/>
            </a:avLst>
          </a:prstGeom>
          <a:noFill/>
          <a:ln>
            <a:noFill/>
          </a:ln>
        </p:spPr>
      </p:sp>
      <p:cxnSp>
        <p:nvCxnSpPr>
          <p:cNvPr id="1434" name="Google Shape;1434;p8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35" name="Google Shape;1435;p8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36" name="Google Shape;1436;p8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37" name="Google Shape;1437;p8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38" name="Google Shape;1438;p89"/>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439" name="Google Shape;1439;p8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ALT 1">
  <p:cSld name="BLANK_1_1_1_1_1_1_1_1_1_1_1_1_1_1_1_1_1_1_1_1_1">
    <p:bg>
      <p:bgPr>
        <a:solidFill>
          <a:schemeClr val="lt2"/>
        </a:solidFill>
      </p:bgPr>
    </p:bg>
    <p:spTree>
      <p:nvGrpSpPr>
        <p:cNvPr id="1440" name="Shape 1440"/>
        <p:cNvGrpSpPr/>
        <p:nvPr/>
      </p:nvGrpSpPr>
      <p:grpSpPr>
        <a:xfrm>
          <a:off x="0" y="0"/>
          <a:ext cx="0" cy="0"/>
          <a:chOff x="0" y="0"/>
          <a:chExt cx="0" cy="0"/>
        </a:xfrm>
      </p:grpSpPr>
      <p:sp>
        <p:nvSpPr>
          <p:cNvPr id="1441" name="Google Shape;1441;p90"/>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442" name="Google Shape;1442;p90"/>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43" name="Google Shape;1443;p90"/>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444" name="Google Shape;1444;p90"/>
          <p:cNvSpPr/>
          <p:nvPr>
            <p:ph idx="4" type="pic"/>
          </p:nvPr>
        </p:nvSpPr>
        <p:spPr>
          <a:xfrm>
            <a:off x="1907087" y="1245243"/>
            <a:ext cx="1868700" cy="1051200"/>
          </a:xfrm>
          <a:prstGeom prst="roundRect">
            <a:avLst>
              <a:gd fmla="val 6865" name="adj"/>
            </a:avLst>
          </a:prstGeom>
          <a:noFill/>
          <a:ln>
            <a:noFill/>
          </a:ln>
        </p:spPr>
      </p:sp>
      <p:sp>
        <p:nvSpPr>
          <p:cNvPr id="1445" name="Google Shape;1445;p90"/>
          <p:cNvSpPr/>
          <p:nvPr>
            <p:ph idx="5" type="pic"/>
          </p:nvPr>
        </p:nvSpPr>
        <p:spPr>
          <a:xfrm>
            <a:off x="3898886" y="1245243"/>
            <a:ext cx="1868700" cy="1051200"/>
          </a:xfrm>
          <a:prstGeom prst="roundRect">
            <a:avLst>
              <a:gd fmla="val 6865" name="adj"/>
            </a:avLst>
          </a:prstGeom>
          <a:noFill/>
          <a:ln>
            <a:noFill/>
          </a:ln>
        </p:spPr>
      </p:sp>
      <p:sp>
        <p:nvSpPr>
          <p:cNvPr id="1446" name="Google Shape;1446;p90"/>
          <p:cNvSpPr/>
          <p:nvPr>
            <p:ph idx="6" type="pic"/>
          </p:nvPr>
        </p:nvSpPr>
        <p:spPr>
          <a:xfrm>
            <a:off x="5890685" y="1245243"/>
            <a:ext cx="1868700" cy="1051200"/>
          </a:xfrm>
          <a:prstGeom prst="roundRect">
            <a:avLst>
              <a:gd fmla="val 6865" name="adj"/>
            </a:avLst>
          </a:prstGeom>
          <a:noFill/>
          <a:ln>
            <a:noFill/>
          </a:ln>
        </p:spPr>
      </p:sp>
      <p:sp>
        <p:nvSpPr>
          <p:cNvPr id="1447" name="Google Shape;1447;p90"/>
          <p:cNvSpPr/>
          <p:nvPr>
            <p:ph idx="7" type="pic"/>
          </p:nvPr>
        </p:nvSpPr>
        <p:spPr>
          <a:xfrm>
            <a:off x="1907087" y="2409575"/>
            <a:ext cx="1868700" cy="1051200"/>
          </a:xfrm>
          <a:prstGeom prst="roundRect">
            <a:avLst>
              <a:gd fmla="val 6865" name="adj"/>
            </a:avLst>
          </a:prstGeom>
          <a:noFill/>
          <a:ln>
            <a:noFill/>
          </a:ln>
        </p:spPr>
      </p:sp>
      <p:sp>
        <p:nvSpPr>
          <p:cNvPr id="1448" name="Google Shape;1448;p90"/>
          <p:cNvSpPr/>
          <p:nvPr>
            <p:ph idx="8" type="pic"/>
          </p:nvPr>
        </p:nvSpPr>
        <p:spPr>
          <a:xfrm>
            <a:off x="3898886" y="2409575"/>
            <a:ext cx="1868700" cy="1051200"/>
          </a:xfrm>
          <a:prstGeom prst="roundRect">
            <a:avLst>
              <a:gd fmla="val 6865" name="adj"/>
            </a:avLst>
          </a:prstGeom>
          <a:noFill/>
          <a:ln>
            <a:noFill/>
          </a:ln>
        </p:spPr>
      </p:sp>
      <p:sp>
        <p:nvSpPr>
          <p:cNvPr id="1449" name="Google Shape;1449;p90"/>
          <p:cNvSpPr/>
          <p:nvPr>
            <p:ph idx="9" type="pic"/>
          </p:nvPr>
        </p:nvSpPr>
        <p:spPr>
          <a:xfrm>
            <a:off x="5890685" y="2409575"/>
            <a:ext cx="1868700" cy="1051200"/>
          </a:xfrm>
          <a:prstGeom prst="roundRect">
            <a:avLst>
              <a:gd fmla="val 6865" name="adj"/>
            </a:avLst>
          </a:prstGeom>
          <a:noFill/>
          <a:ln>
            <a:noFill/>
          </a:ln>
        </p:spPr>
      </p:sp>
      <p:sp>
        <p:nvSpPr>
          <p:cNvPr id="1450" name="Google Shape;1450;p90"/>
          <p:cNvSpPr/>
          <p:nvPr>
            <p:ph idx="13" type="pic"/>
          </p:nvPr>
        </p:nvSpPr>
        <p:spPr>
          <a:xfrm>
            <a:off x="1907087" y="3573907"/>
            <a:ext cx="1868700" cy="1051200"/>
          </a:xfrm>
          <a:prstGeom prst="roundRect">
            <a:avLst>
              <a:gd fmla="val 6865" name="adj"/>
            </a:avLst>
          </a:prstGeom>
          <a:noFill/>
          <a:ln>
            <a:noFill/>
          </a:ln>
        </p:spPr>
      </p:sp>
      <p:sp>
        <p:nvSpPr>
          <p:cNvPr id="1451" name="Google Shape;1451;p90"/>
          <p:cNvSpPr/>
          <p:nvPr>
            <p:ph idx="14" type="pic"/>
          </p:nvPr>
        </p:nvSpPr>
        <p:spPr>
          <a:xfrm>
            <a:off x="3898886" y="3573907"/>
            <a:ext cx="1868700" cy="1051200"/>
          </a:xfrm>
          <a:prstGeom prst="roundRect">
            <a:avLst>
              <a:gd fmla="val 6865" name="adj"/>
            </a:avLst>
          </a:prstGeom>
          <a:noFill/>
          <a:ln>
            <a:noFill/>
          </a:ln>
        </p:spPr>
      </p:sp>
      <p:sp>
        <p:nvSpPr>
          <p:cNvPr id="1452" name="Google Shape;1452;p90"/>
          <p:cNvSpPr/>
          <p:nvPr>
            <p:ph idx="15" type="pic"/>
          </p:nvPr>
        </p:nvSpPr>
        <p:spPr>
          <a:xfrm>
            <a:off x="5890685" y="3573907"/>
            <a:ext cx="1868700" cy="1051200"/>
          </a:xfrm>
          <a:prstGeom prst="roundRect">
            <a:avLst>
              <a:gd fmla="val 6865" name="adj"/>
            </a:avLst>
          </a:prstGeom>
          <a:noFill/>
          <a:ln>
            <a:noFill/>
          </a:ln>
        </p:spPr>
      </p:sp>
      <p:cxnSp>
        <p:nvCxnSpPr>
          <p:cNvPr id="1453" name="Google Shape;1453;p9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54" name="Google Shape;1454;p9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55" name="Google Shape;1455;p9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56" name="Google Shape;1456;p9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57" name="Google Shape;1457;p90"/>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458" name="Google Shape;1458;p9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59" name="Shape 1459"/>
        <p:cNvGrpSpPr/>
        <p:nvPr/>
      </p:nvGrpSpPr>
      <p:grpSpPr>
        <a:xfrm>
          <a:off x="0" y="0"/>
          <a:ext cx="0" cy="0"/>
          <a:chOff x="0" y="0"/>
          <a:chExt cx="0" cy="0"/>
        </a:xfrm>
      </p:grpSpPr>
      <p:sp>
        <p:nvSpPr>
          <p:cNvPr id="1460" name="Google Shape;1460;p91"/>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61" name="Google Shape;1461;p91"/>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462" name="Shape 1462"/>
        <p:cNvGrpSpPr/>
        <p:nvPr/>
      </p:nvGrpSpPr>
      <p:grpSpPr>
        <a:xfrm>
          <a:off x="0" y="0"/>
          <a:ext cx="0" cy="0"/>
          <a:chOff x="0" y="0"/>
          <a:chExt cx="0" cy="0"/>
        </a:xfrm>
      </p:grpSpPr>
      <p:sp>
        <p:nvSpPr>
          <p:cNvPr id="1463" name="Google Shape;1463;p92"/>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64" name="Google Shape;1464;p92"/>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1465" name="Google Shape;1465;p92"/>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66" name="Shape 14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80" Type="http://schemas.openxmlformats.org/officeDocument/2006/relationships/slideLayout" Target="../slideLayouts/slideLayout91.xml"/><Relationship Id="rId81"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73" Type="http://schemas.openxmlformats.org/officeDocument/2006/relationships/slideLayout" Target="../slideLayouts/slideLayout84.xml"/><Relationship Id="rId72" Type="http://schemas.openxmlformats.org/officeDocument/2006/relationships/slideLayout" Target="../slideLayouts/slideLayout83.xml"/><Relationship Id="rId31" Type="http://schemas.openxmlformats.org/officeDocument/2006/relationships/slideLayout" Target="../slideLayouts/slideLayout42.xml"/><Relationship Id="rId75" Type="http://schemas.openxmlformats.org/officeDocument/2006/relationships/slideLayout" Target="../slideLayouts/slideLayout86.xml"/><Relationship Id="rId30" Type="http://schemas.openxmlformats.org/officeDocument/2006/relationships/slideLayout" Target="../slideLayouts/slideLayout41.xml"/><Relationship Id="rId74" Type="http://schemas.openxmlformats.org/officeDocument/2006/relationships/slideLayout" Target="../slideLayouts/slideLayout85.xml"/><Relationship Id="rId33" Type="http://schemas.openxmlformats.org/officeDocument/2006/relationships/slideLayout" Target="../slideLayouts/slideLayout44.xml"/><Relationship Id="rId77" Type="http://schemas.openxmlformats.org/officeDocument/2006/relationships/slideLayout" Target="../slideLayouts/slideLayout88.xml"/><Relationship Id="rId32" Type="http://schemas.openxmlformats.org/officeDocument/2006/relationships/slideLayout" Target="../slideLayouts/slideLayout43.xml"/><Relationship Id="rId76" Type="http://schemas.openxmlformats.org/officeDocument/2006/relationships/slideLayout" Target="../slideLayouts/slideLayout87.xml"/><Relationship Id="rId35" Type="http://schemas.openxmlformats.org/officeDocument/2006/relationships/slideLayout" Target="../slideLayouts/slideLayout46.xml"/><Relationship Id="rId79" Type="http://schemas.openxmlformats.org/officeDocument/2006/relationships/slideLayout" Target="../slideLayouts/slideLayout90.xml"/><Relationship Id="rId34" Type="http://schemas.openxmlformats.org/officeDocument/2006/relationships/slideLayout" Target="../slideLayouts/slideLayout45.xml"/><Relationship Id="rId78" Type="http://schemas.openxmlformats.org/officeDocument/2006/relationships/slideLayout" Target="../slideLayouts/slideLayout89.xml"/><Relationship Id="rId71" Type="http://schemas.openxmlformats.org/officeDocument/2006/relationships/slideLayout" Target="../slideLayouts/slideLayout82.xml"/><Relationship Id="rId70" Type="http://schemas.openxmlformats.org/officeDocument/2006/relationships/slideLayout" Target="../slideLayouts/slideLayout81.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62" Type="http://schemas.openxmlformats.org/officeDocument/2006/relationships/slideLayout" Target="../slideLayouts/slideLayout73.xml"/><Relationship Id="rId61" Type="http://schemas.openxmlformats.org/officeDocument/2006/relationships/slideLayout" Target="../slideLayouts/slideLayout72.xml"/><Relationship Id="rId20" Type="http://schemas.openxmlformats.org/officeDocument/2006/relationships/slideLayout" Target="../slideLayouts/slideLayout31.xml"/><Relationship Id="rId64" Type="http://schemas.openxmlformats.org/officeDocument/2006/relationships/slideLayout" Target="../slideLayouts/slideLayout75.xml"/><Relationship Id="rId63" Type="http://schemas.openxmlformats.org/officeDocument/2006/relationships/slideLayout" Target="../slideLayouts/slideLayout74.xml"/><Relationship Id="rId22" Type="http://schemas.openxmlformats.org/officeDocument/2006/relationships/slideLayout" Target="../slideLayouts/slideLayout33.xml"/><Relationship Id="rId66" Type="http://schemas.openxmlformats.org/officeDocument/2006/relationships/slideLayout" Target="../slideLayouts/slideLayout77.xml"/><Relationship Id="rId21" Type="http://schemas.openxmlformats.org/officeDocument/2006/relationships/slideLayout" Target="../slideLayouts/slideLayout32.xml"/><Relationship Id="rId65" Type="http://schemas.openxmlformats.org/officeDocument/2006/relationships/slideLayout" Target="../slideLayouts/slideLayout76.xml"/><Relationship Id="rId24" Type="http://schemas.openxmlformats.org/officeDocument/2006/relationships/slideLayout" Target="../slideLayouts/slideLayout35.xml"/><Relationship Id="rId68" Type="http://schemas.openxmlformats.org/officeDocument/2006/relationships/slideLayout" Target="../slideLayouts/slideLayout79.xml"/><Relationship Id="rId23" Type="http://schemas.openxmlformats.org/officeDocument/2006/relationships/slideLayout" Target="../slideLayouts/slideLayout34.xml"/><Relationship Id="rId67" Type="http://schemas.openxmlformats.org/officeDocument/2006/relationships/slideLayout" Target="../slideLayouts/slideLayout78.xml"/><Relationship Id="rId60" Type="http://schemas.openxmlformats.org/officeDocument/2006/relationships/slideLayout" Target="../slideLayouts/slideLayout71.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69" Type="http://schemas.openxmlformats.org/officeDocument/2006/relationships/slideLayout" Target="../slideLayouts/slideLayout80.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55" Type="http://schemas.openxmlformats.org/officeDocument/2006/relationships/slideLayout" Target="../slideLayouts/slideLayout66.xml"/><Relationship Id="rId10" Type="http://schemas.openxmlformats.org/officeDocument/2006/relationships/slideLayout" Target="../slideLayouts/slideLayout21.xml"/><Relationship Id="rId54" Type="http://schemas.openxmlformats.org/officeDocument/2006/relationships/slideLayout" Target="../slideLayouts/slideLayout65.xml"/><Relationship Id="rId13" Type="http://schemas.openxmlformats.org/officeDocument/2006/relationships/slideLayout" Target="../slideLayouts/slideLayout24.xml"/><Relationship Id="rId57" Type="http://schemas.openxmlformats.org/officeDocument/2006/relationships/slideLayout" Target="../slideLayouts/slideLayout68.xml"/><Relationship Id="rId12" Type="http://schemas.openxmlformats.org/officeDocument/2006/relationships/slideLayout" Target="../slideLayouts/slideLayout23.xml"/><Relationship Id="rId56" Type="http://schemas.openxmlformats.org/officeDocument/2006/relationships/slideLayout" Target="../slideLayouts/slideLayout67.xml"/><Relationship Id="rId15" Type="http://schemas.openxmlformats.org/officeDocument/2006/relationships/slideLayout" Target="../slideLayouts/slideLayout26.xml"/><Relationship Id="rId59" Type="http://schemas.openxmlformats.org/officeDocument/2006/relationships/slideLayout" Target="../slideLayouts/slideLayout70.xml"/><Relationship Id="rId14" Type="http://schemas.openxmlformats.org/officeDocument/2006/relationships/slideLayout" Target="../slideLayouts/slideLayout25.xml"/><Relationship Id="rId58" Type="http://schemas.openxmlformats.org/officeDocument/2006/relationships/slideLayout" Target="../slideLayouts/slideLayout6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800"/>
              </a:spcBef>
              <a:spcAft>
                <a:spcPts val="80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1pPr>
            <a:lvl2pPr lvl="1">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2pPr>
            <a:lvl3pPr lvl="2">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3pPr>
            <a:lvl4pPr lvl="3">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4pPr>
            <a:lvl5pPr lvl="4">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5pPr>
            <a:lvl6pPr lvl="5">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6pPr>
            <a:lvl7pPr lvl="6">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7pPr>
            <a:lvl8pPr lvl="7">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8pPr>
            <a:lvl9pPr lvl="8">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 id="2147483733" r:id="rId75"/>
    <p:sldLayoutId id="2147483734" r:id="rId76"/>
    <p:sldLayoutId id="2147483735" r:id="rId77"/>
    <p:sldLayoutId id="2147483736" r:id="rId78"/>
    <p:sldLayoutId id="2147483737" r:id="rId79"/>
    <p:sldLayoutId id="2147483738" r:id="rId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1.xml"/><Relationship Id="rId3" Type="http://schemas.openxmlformats.org/officeDocument/2006/relationships/hyperlink" Target="https://doi.org/10.3390/nu1503076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94"/>
          <p:cNvSpPr txBox="1"/>
          <p:nvPr>
            <p:ph type="title"/>
          </p:nvPr>
        </p:nvSpPr>
        <p:spPr>
          <a:xfrm>
            <a:off x="521550" y="1055675"/>
            <a:ext cx="8100900" cy="1824300"/>
          </a:xfrm>
          <a:prstGeom prst="rect">
            <a:avLst/>
          </a:prstGeom>
        </p:spPr>
        <p:txBody>
          <a:bodyPr anchorCtr="0" anchor="ctr" bIns="91425" lIns="274300" spcFirstLastPara="1" rIns="182875" wrap="square" tIns="91425">
            <a:noAutofit/>
          </a:bodyPr>
          <a:lstStyle/>
          <a:p>
            <a:pPr indent="0" lvl="0" marL="0" rtl="0" algn="ctr">
              <a:lnSpc>
                <a:spcPct val="85000"/>
              </a:lnSpc>
              <a:spcBef>
                <a:spcPts val="0"/>
              </a:spcBef>
              <a:spcAft>
                <a:spcPts val="0"/>
              </a:spcAft>
              <a:buSzPts val="990"/>
              <a:buNone/>
            </a:pPr>
            <a:r>
              <a:rPr b="1" lang="en" sz="3000"/>
              <a:t>Analyzing the Connection </a:t>
            </a:r>
            <a:r>
              <a:rPr b="1" lang="en" sz="3000"/>
              <a:t>Between </a:t>
            </a:r>
            <a:r>
              <a:rPr b="1" lang="en" sz="3000"/>
              <a:t>Early-Childhood </a:t>
            </a:r>
            <a:r>
              <a:rPr b="1" lang="en" sz="3000"/>
              <a:t>Participation</a:t>
            </a:r>
            <a:r>
              <a:rPr b="1" lang="en" sz="3000"/>
              <a:t> in WIC and Later Academic Performance</a:t>
            </a:r>
            <a:endParaRPr b="1" sz="3000"/>
          </a:p>
        </p:txBody>
      </p:sp>
      <p:sp>
        <p:nvSpPr>
          <p:cNvPr id="1472" name="Google Shape;1472;p94"/>
          <p:cNvSpPr txBox="1"/>
          <p:nvPr>
            <p:ph idx="2" type="subTitle"/>
          </p:nvPr>
        </p:nvSpPr>
        <p:spPr>
          <a:xfrm>
            <a:off x="448200" y="3599500"/>
            <a:ext cx="6710400" cy="1010100"/>
          </a:xfrm>
          <a:prstGeom prst="rect">
            <a:avLst/>
          </a:prstGeom>
        </p:spPr>
        <p:txBody>
          <a:bodyPr anchorCtr="0" anchor="ctr" bIns="91425" lIns="274300" spcFirstLastPara="1" rIns="274300" wrap="square" tIns="91425">
            <a:normAutofit/>
          </a:bodyPr>
          <a:lstStyle/>
          <a:p>
            <a:pPr indent="0" lvl="0" marL="0" rtl="0" algn="l">
              <a:lnSpc>
                <a:spcPct val="115000"/>
              </a:lnSpc>
              <a:spcBef>
                <a:spcPts val="0"/>
              </a:spcBef>
              <a:spcAft>
                <a:spcPts val="0"/>
              </a:spcAft>
              <a:buSzPts val="1000"/>
              <a:buNone/>
            </a:pPr>
            <a:r>
              <a:rPr b="1" i="1" lang="en" sz="1300"/>
              <a:t>Team Members</a:t>
            </a:r>
            <a:r>
              <a:rPr lang="en" sz="1300"/>
              <a:t>: Lily </a:t>
            </a:r>
            <a:r>
              <a:rPr lang="en" sz="1300"/>
              <a:t>Trinh, </a:t>
            </a:r>
            <a:r>
              <a:rPr lang="en" sz="1300"/>
              <a:t>Ella M, Natalia </a:t>
            </a:r>
            <a:r>
              <a:rPr lang="en" sz="1300"/>
              <a:t>Reinoso</a:t>
            </a:r>
            <a:endParaRPr sz="1300"/>
          </a:p>
        </p:txBody>
      </p:sp>
      <p:sp>
        <p:nvSpPr>
          <p:cNvPr id="1473" name="Google Shape;1473;p94"/>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1000"/>
              <a:buNone/>
            </a:pPr>
            <a:r>
              <a:rPr lang="en"/>
              <a:t>12/4</a:t>
            </a:r>
            <a:endParaRPr/>
          </a:p>
        </p:txBody>
      </p:sp>
      <p:sp>
        <p:nvSpPr>
          <p:cNvPr id="1474" name="Google Shape;1474;p94"/>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1000"/>
              <a:buNone/>
            </a:pPr>
            <a:r>
              <a:rPr lang="en"/>
              <a:t>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95"/>
          <p:cNvSpPr txBox="1"/>
          <p:nvPr>
            <p:ph type="title"/>
          </p:nvPr>
        </p:nvSpPr>
        <p:spPr>
          <a:xfrm flipH="1">
            <a:off x="1153200" y="414795"/>
            <a:ext cx="7576500" cy="8142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b="1" lang="en" sz="2600"/>
              <a:t>What is WIC? </a:t>
            </a:r>
            <a:endParaRPr b="1" sz="2600"/>
          </a:p>
        </p:txBody>
      </p:sp>
      <p:sp>
        <p:nvSpPr>
          <p:cNvPr id="1480" name="Google Shape;1480;p95"/>
          <p:cNvSpPr txBox="1"/>
          <p:nvPr/>
        </p:nvSpPr>
        <p:spPr>
          <a:xfrm>
            <a:off x="1153200" y="1455675"/>
            <a:ext cx="7762200" cy="3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lt1"/>
                </a:solidFill>
                <a:latin typeface="Inter"/>
                <a:ea typeface="Inter"/>
                <a:cs typeface="Inter"/>
                <a:sym typeface="Inter"/>
              </a:rPr>
              <a:t>WIC: </a:t>
            </a:r>
            <a:r>
              <a:rPr lang="en" sz="1300">
                <a:solidFill>
                  <a:schemeClr val="lt1"/>
                </a:solidFill>
                <a:latin typeface="Inter"/>
                <a:ea typeface="Inter"/>
                <a:cs typeface="Inter"/>
                <a:sym typeface="Inter"/>
              </a:rPr>
              <a:t>Special Supplemental Nutrition Program for </a:t>
            </a:r>
            <a:r>
              <a:rPr b="1" lang="en" sz="1300">
                <a:solidFill>
                  <a:schemeClr val="lt1"/>
                </a:solidFill>
                <a:latin typeface="Inter"/>
                <a:ea typeface="Inter"/>
                <a:cs typeface="Inter"/>
                <a:sym typeface="Inter"/>
              </a:rPr>
              <a:t>W</a:t>
            </a:r>
            <a:r>
              <a:rPr lang="en" sz="1300">
                <a:solidFill>
                  <a:schemeClr val="lt1"/>
                </a:solidFill>
                <a:latin typeface="Inter"/>
                <a:ea typeface="Inter"/>
                <a:cs typeface="Inter"/>
                <a:sym typeface="Inter"/>
              </a:rPr>
              <a:t>omen, </a:t>
            </a:r>
            <a:r>
              <a:rPr b="1" lang="en" sz="1300">
                <a:solidFill>
                  <a:schemeClr val="lt1"/>
                </a:solidFill>
                <a:latin typeface="Inter"/>
                <a:ea typeface="Inter"/>
                <a:cs typeface="Inter"/>
                <a:sym typeface="Inter"/>
              </a:rPr>
              <a:t>I</a:t>
            </a:r>
            <a:r>
              <a:rPr lang="en" sz="1300">
                <a:solidFill>
                  <a:schemeClr val="lt1"/>
                </a:solidFill>
                <a:latin typeface="Inter"/>
                <a:ea typeface="Inter"/>
                <a:cs typeface="Inter"/>
                <a:sym typeface="Inter"/>
              </a:rPr>
              <a:t>nfants, and </a:t>
            </a:r>
            <a:r>
              <a:rPr b="1" lang="en" sz="1300">
                <a:solidFill>
                  <a:schemeClr val="lt1"/>
                </a:solidFill>
                <a:latin typeface="Inter"/>
                <a:ea typeface="Inter"/>
                <a:cs typeface="Inter"/>
                <a:sym typeface="Inter"/>
              </a:rPr>
              <a:t>C</a:t>
            </a:r>
            <a:r>
              <a:rPr lang="en" sz="1300">
                <a:solidFill>
                  <a:schemeClr val="lt1"/>
                </a:solidFill>
                <a:latin typeface="Inter"/>
                <a:ea typeface="Inter"/>
                <a:cs typeface="Inter"/>
                <a:sym typeface="Inter"/>
              </a:rPr>
              <a:t>hildren</a:t>
            </a:r>
            <a:endParaRPr sz="1300">
              <a:solidFill>
                <a:schemeClr val="lt1"/>
              </a:solidFill>
              <a:latin typeface="Inter"/>
              <a:ea typeface="Inter"/>
              <a:cs typeface="Inter"/>
              <a:sym typeface="Inter"/>
            </a:endParaRPr>
          </a:p>
          <a:p>
            <a:pPr indent="0" lvl="0" marL="0" rtl="0" algn="l">
              <a:lnSpc>
                <a:spcPct val="115000"/>
              </a:lnSpc>
              <a:spcBef>
                <a:spcPts val="0"/>
              </a:spcBef>
              <a:spcAft>
                <a:spcPts val="0"/>
              </a:spcAft>
              <a:buNone/>
            </a:pPr>
            <a:r>
              <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b="1" lang="en" sz="1300">
                <a:solidFill>
                  <a:schemeClr val="lt1"/>
                </a:solidFill>
                <a:latin typeface="Inter"/>
                <a:ea typeface="Inter"/>
                <a:cs typeface="Inter"/>
                <a:sym typeface="Inter"/>
              </a:rPr>
              <a:t>Purpose</a:t>
            </a:r>
            <a:endParaRPr b="1"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Improve nutrition </a:t>
            </a:r>
            <a:endParaRPr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Promote healthy growth and development in infants and children</a:t>
            </a:r>
            <a:endParaRPr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Provide nutrition education and support for mothers</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b="1" lang="en" sz="1300">
                <a:solidFill>
                  <a:schemeClr val="lt1"/>
                </a:solidFill>
                <a:latin typeface="Inter"/>
                <a:ea typeface="Inter"/>
                <a:cs typeface="Inter"/>
                <a:sym typeface="Inter"/>
              </a:rPr>
              <a:t>Eligibility</a:t>
            </a:r>
            <a:endParaRPr b="1"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Pregnant, Postpartum or Breastfeeding women</a:t>
            </a:r>
            <a:endParaRPr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Infants and Children under 5 </a:t>
            </a:r>
            <a:endParaRPr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Those who already receive Medicaid, SNAP, TANF</a:t>
            </a:r>
            <a:endParaRPr sz="1300">
              <a:solidFill>
                <a:schemeClr val="lt1"/>
              </a:solidFill>
              <a:latin typeface="Inter"/>
              <a:ea typeface="Inter"/>
              <a:cs typeface="Inter"/>
              <a:sym typeface="Inter"/>
            </a:endParaRPr>
          </a:p>
          <a:p>
            <a:pPr indent="-311150" lvl="0" marL="457200" rtl="0" algn="l">
              <a:lnSpc>
                <a:spcPct val="115000"/>
              </a:lnSpc>
              <a:spcBef>
                <a:spcPts val="0"/>
              </a:spcBef>
              <a:spcAft>
                <a:spcPts val="0"/>
              </a:spcAft>
              <a:buClr>
                <a:schemeClr val="lt1"/>
              </a:buClr>
              <a:buSzPts val="1300"/>
              <a:buFont typeface="Inter"/>
              <a:buChar char="●"/>
            </a:pPr>
            <a:r>
              <a:rPr b="1" lang="en" sz="1300">
                <a:solidFill>
                  <a:schemeClr val="lt1"/>
                </a:solidFill>
                <a:latin typeface="Inter"/>
                <a:ea typeface="Inter"/>
                <a:cs typeface="Inter"/>
                <a:sym typeface="Inter"/>
              </a:rPr>
              <a:t>Benefits </a:t>
            </a:r>
            <a:endParaRPr b="1"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Lower childhood obesity </a:t>
            </a:r>
            <a:r>
              <a:rPr lang="en" sz="1300">
                <a:solidFill>
                  <a:schemeClr val="lt1"/>
                </a:solidFill>
                <a:latin typeface="Inter"/>
                <a:ea typeface="Inter"/>
                <a:cs typeface="Inter"/>
                <a:sym typeface="Inter"/>
              </a:rPr>
              <a:t>rates. (Daepp, M. et al. (2019). WIC Food Package Changes. Pediatrics.)</a:t>
            </a:r>
            <a:endParaRPr sz="1300">
              <a:solidFill>
                <a:schemeClr val="lt1"/>
              </a:solidFill>
              <a:latin typeface="Inter"/>
              <a:ea typeface="Inter"/>
              <a:cs typeface="Inter"/>
              <a:sym typeface="Inter"/>
            </a:endParaRPr>
          </a:p>
          <a:p>
            <a:pPr indent="-311150" lvl="1" marL="914400" rtl="0" algn="l">
              <a:lnSpc>
                <a:spcPct val="115000"/>
              </a:lnSpc>
              <a:spcBef>
                <a:spcPts val="0"/>
              </a:spcBef>
              <a:spcAft>
                <a:spcPts val="0"/>
              </a:spcAft>
              <a:buClr>
                <a:schemeClr val="lt1"/>
              </a:buClr>
              <a:buSzPts val="1300"/>
              <a:buFont typeface="Inter"/>
              <a:buChar char="○"/>
            </a:pPr>
            <a:r>
              <a:rPr lang="en" sz="1300">
                <a:solidFill>
                  <a:schemeClr val="lt1"/>
                </a:solidFill>
                <a:latin typeface="Inter"/>
                <a:ea typeface="Inter"/>
                <a:cs typeface="Inter"/>
                <a:sym typeface="Inter"/>
              </a:rPr>
              <a:t>Reduced behavioral issues. (Chorniy et al. (2020), American Journal of Health Economics) </a:t>
            </a:r>
            <a:endParaRPr sz="1300">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96"/>
          <p:cNvSpPr txBox="1"/>
          <p:nvPr>
            <p:ph idx="1" type="body"/>
          </p:nvPr>
        </p:nvSpPr>
        <p:spPr>
          <a:xfrm>
            <a:off x="6802450" y="1027575"/>
            <a:ext cx="2257500" cy="3402300"/>
          </a:xfrm>
          <a:prstGeom prst="rect">
            <a:avLst/>
          </a:prstGeom>
        </p:spPr>
        <p:txBody>
          <a:bodyPr anchorCtr="0" anchor="t" bIns="146300" lIns="182875" spcFirstLastPara="1" rIns="91425" wrap="square" tIns="0">
            <a:normAutofit/>
          </a:bodyPr>
          <a:lstStyle/>
          <a:p>
            <a:pPr indent="0" lvl="0" marL="0" rtl="0" algn="l">
              <a:spcBef>
                <a:spcPts val="0"/>
              </a:spcBef>
              <a:spcAft>
                <a:spcPts val="0"/>
              </a:spcAft>
              <a:buNone/>
            </a:pPr>
            <a:r>
              <a:t/>
            </a:r>
            <a:endParaRPr b="1" sz="1200">
              <a:latin typeface="Inter"/>
              <a:ea typeface="Inter"/>
              <a:cs typeface="Inter"/>
              <a:sym typeface="Inter"/>
            </a:endParaRPr>
          </a:p>
          <a:p>
            <a:pPr indent="0" lvl="0" marL="0" rtl="0" algn="l">
              <a:spcBef>
                <a:spcPts val="0"/>
              </a:spcBef>
              <a:spcAft>
                <a:spcPts val="0"/>
              </a:spcAft>
              <a:buNone/>
            </a:pPr>
            <a:r>
              <a:t/>
            </a:r>
            <a:endParaRPr b="1" sz="1200">
              <a:latin typeface="Inter"/>
              <a:ea typeface="Inter"/>
              <a:cs typeface="Inter"/>
              <a:sym typeface="Inter"/>
            </a:endParaRPr>
          </a:p>
          <a:p>
            <a:pPr indent="0" lvl="0" marL="0" rtl="0" algn="l">
              <a:spcBef>
                <a:spcPts val="0"/>
              </a:spcBef>
              <a:spcAft>
                <a:spcPts val="0"/>
              </a:spcAft>
              <a:buNone/>
            </a:pPr>
            <a:r>
              <a:t/>
            </a:r>
            <a:endParaRPr b="1" sz="1200">
              <a:latin typeface="Inter"/>
              <a:ea typeface="Inter"/>
              <a:cs typeface="Inter"/>
              <a:sym typeface="Inter"/>
            </a:endParaRPr>
          </a:p>
          <a:p>
            <a:pPr indent="0" lvl="0" marL="0" rtl="0" algn="l">
              <a:spcBef>
                <a:spcPts val="0"/>
              </a:spcBef>
              <a:spcAft>
                <a:spcPts val="0"/>
              </a:spcAft>
              <a:buNone/>
            </a:pPr>
            <a:r>
              <a:rPr b="1" lang="en" sz="1200">
                <a:latin typeface="Inter"/>
                <a:ea typeface="Inter"/>
                <a:cs typeface="Inter"/>
                <a:sym typeface="Inter"/>
              </a:rPr>
              <a:t>Why 4th Grade?</a:t>
            </a:r>
            <a:endParaRPr b="1" sz="1200">
              <a:latin typeface="Inter"/>
              <a:ea typeface="Inter"/>
              <a:cs typeface="Inter"/>
              <a:sym typeface="Inter"/>
            </a:endParaRPr>
          </a:p>
          <a:p>
            <a:pPr indent="0" lvl="0" marL="457200" rtl="0" algn="l">
              <a:spcBef>
                <a:spcPts val="0"/>
              </a:spcBef>
              <a:spcAft>
                <a:spcPts val="0"/>
              </a:spcAft>
              <a:buNone/>
            </a:pPr>
            <a:r>
              <a:rPr lang="en" sz="1200"/>
              <a:t>WIC care ends after 5 for children, 4th grade is the closest in age that has available test scores out </a:t>
            </a:r>
            <a:endParaRPr sz="1200"/>
          </a:p>
          <a:p>
            <a:pPr indent="0" lvl="0" marL="457200" rtl="0" algn="l">
              <a:spcBef>
                <a:spcPts val="0"/>
              </a:spcBef>
              <a:spcAft>
                <a:spcPts val="0"/>
              </a:spcAft>
              <a:buNone/>
            </a:pPr>
            <a:r>
              <a:t/>
            </a:r>
            <a:endParaRPr sz="1200"/>
          </a:p>
        </p:txBody>
      </p:sp>
      <p:sp>
        <p:nvSpPr>
          <p:cNvPr id="1486" name="Google Shape;1486;p96"/>
          <p:cNvSpPr txBox="1"/>
          <p:nvPr/>
        </p:nvSpPr>
        <p:spPr>
          <a:xfrm>
            <a:off x="861025" y="1027575"/>
            <a:ext cx="5682600" cy="3631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u="sng">
                <a:solidFill>
                  <a:schemeClr val="lt1"/>
                </a:solidFill>
                <a:latin typeface="Lato"/>
                <a:ea typeface="Lato"/>
                <a:cs typeface="Lato"/>
                <a:sym typeface="Lato"/>
              </a:rPr>
              <a:t>PROPOSED QUESTION: </a:t>
            </a:r>
            <a:endParaRPr b="1" sz="1600" u="sng">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en" sz="1600">
                <a:solidFill>
                  <a:schemeClr val="lt1"/>
                </a:solidFill>
                <a:latin typeface="Lato"/>
                <a:ea typeface="Lato"/>
                <a:cs typeface="Lato"/>
                <a:sym typeface="Lato"/>
              </a:rPr>
              <a:t>Does broader </a:t>
            </a:r>
            <a:r>
              <a:rPr lang="en" sz="1600">
                <a:solidFill>
                  <a:schemeClr val="lt1"/>
                </a:solidFill>
                <a:latin typeface="Lato"/>
                <a:ea typeface="Lato"/>
                <a:cs typeface="Lato"/>
                <a:sym typeface="Lato"/>
              </a:rPr>
              <a:t>child participation in WIC correspond to stronger long term academic performance? </a:t>
            </a:r>
            <a:endParaRPr sz="16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b="1" lang="en" sz="1600" u="sng">
                <a:solidFill>
                  <a:schemeClr val="lt1"/>
                </a:solidFill>
                <a:latin typeface="Lato"/>
                <a:ea typeface="Lato"/>
                <a:cs typeface="Lato"/>
                <a:sym typeface="Lato"/>
              </a:rPr>
              <a:t>Where we: </a:t>
            </a:r>
            <a:endParaRPr b="1" sz="1600" u="sng">
              <a:solidFill>
                <a:schemeClr val="lt1"/>
              </a:solidFill>
              <a:latin typeface="Lato"/>
              <a:ea typeface="Lato"/>
              <a:cs typeface="Lato"/>
              <a:sym typeface="Lato"/>
            </a:endParaRPr>
          </a:p>
          <a:p>
            <a:pPr indent="-330200" lvl="0" marL="457200" rtl="0" algn="l">
              <a:lnSpc>
                <a:spcPct val="115000"/>
              </a:lnSpc>
              <a:spcBef>
                <a:spcPts val="1200"/>
              </a:spcBef>
              <a:spcAft>
                <a:spcPts val="0"/>
              </a:spcAft>
              <a:buClr>
                <a:schemeClr val="lt1"/>
              </a:buClr>
              <a:buSzPts val="1600"/>
              <a:buFont typeface="Lato"/>
              <a:buChar char="-"/>
            </a:pPr>
            <a:r>
              <a:rPr lang="en" sz="1600">
                <a:solidFill>
                  <a:schemeClr val="lt1"/>
                </a:solidFill>
                <a:latin typeface="Lato"/>
                <a:ea typeface="Lato"/>
                <a:cs typeface="Lato"/>
                <a:sym typeface="Lato"/>
              </a:rPr>
              <a:t>Research whether changes in the state-level WIC Coverage Rate (</a:t>
            </a:r>
            <a:r>
              <a:rPr lang="en" sz="1200">
                <a:latin typeface="Times New Roman"/>
                <a:ea typeface="Times New Roman"/>
                <a:cs typeface="Times New Roman"/>
                <a:sym typeface="Times New Roman"/>
              </a:rPr>
              <a:t>(Children Participating in WIC)/(Children Eligible for WIC) </a:t>
            </a:r>
            <a:r>
              <a:rPr lang="en" sz="1600">
                <a:solidFill>
                  <a:schemeClr val="lt1"/>
                </a:solidFill>
                <a:latin typeface="Lato"/>
                <a:ea typeface="Lato"/>
                <a:cs typeface="Lato"/>
                <a:sym typeface="Lato"/>
              </a:rPr>
              <a:t>) is associated with stronger 4th grade standardized reading and math test scores?</a:t>
            </a:r>
            <a:endParaRPr sz="1600">
              <a:solidFill>
                <a:schemeClr val="lt1"/>
              </a:solidFill>
              <a:latin typeface="Lato"/>
              <a:ea typeface="Lato"/>
              <a:cs typeface="Lato"/>
              <a:sym typeface="Lato"/>
            </a:endParaRPr>
          </a:p>
          <a:p>
            <a:pPr indent="0" lvl="0" marL="0" rtl="0" algn="l">
              <a:spcBef>
                <a:spcPts val="1200"/>
              </a:spcBef>
              <a:spcAft>
                <a:spcPts val="0"/>
              </a:spcAft>
              <a:buNone/>
            </a:pPr>
            <a:r>
              <a:t/>
            </a:r>
            <a:endParaRPr sz="1200">
              <a:solidFill>
                <a:schemeClr val="lt1"/>
              </a:solidFill>
              <a:latin typeface="Inter"/>
              <a:ea typeface="Inter"/>
              <a:cs typeface="Inter"/>
              <a:sym typeface="Inter"/>
            </a:endParaRPr>
          </a:p>
        </p:txBody>
      </p:sp>
      <p:sp>
        <p:nvSpPr>
          <p:cNvPr id="1487" name="Google Shape;1487;p96"/>
          <p:cNvSpPr/>
          <p:nvPr/>
        </p:nvSpPr>
        <p:spPr>
          <a:xfrm>
            <a:off x="-19075" y="0"/>
            <a:ext cx="5271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97"/>
          <p:cNvSpPr txBox="1"/>
          <p:nvPr>
            <p:ph idx="5" type="title"/>
          </p:nvPr>
        </p:nvSpPr>
        <p:spPr>
          <a:xfrm>
            <a:off x="6932200" y="22650"/>
            <a:ext cx="2055300" cy="806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182875" spcFirstLastPara="1" rIns="91425" wrap="square" tIns="91425">
            <a:noAutofit/>
          </a:bodyPr>
          <a:lstStyle/>
          <a:p>
            <a:pPr indent="0" lvl="0" marL="0" rtl="0" algn="ctr">
              <a:lnSpc>
                <a:spcPct val="90000"/>
              </a:lnSpc>
              <a:spcBef>
                <a:spcPts val="0"/>
              </a:spcBef>
              <a:spcAft>
                <a:spcPts val="0"/>
              </a:spcAft>
              <a:buSzPts val="1200"/>
              <a:buNone/>
            </a:pPr>
            <a:r>
              <a:rPr lang="en" sz="1100"/>
              <a:t>Division in Eligible WIC Population vs Actual WIC </a:t>
            </a:r>
            <a:r>
              <a:rPr lang="en" sz="1100"/>
              <a:t>Participants</a:t>
            </a:r>
            <a:r>
              <a:rPr lang="en" sz="1100"/>
              <a:t> </a:t>
            </a:r>
            <a:endParaRPr sz="1100"/>
          </a:p>
        </p:txBody>
      </p:sp>
      <p:sp>
        <p:nvSpPr>
          <p:cNvPr id="1493" name="Google Shape;1493;p97"/>
          <p:cNvSpPr txBox="1"/>
          <p:nvPr/>
        </p:nvSpPr>
        <p:spPr>
          <a:xfrm>
            <a:off x="6834650" y="754500"/>
            <a:ext cx="2283900" cy="4389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chemeClr val="lt1"/>
                </a:solidFill>
                <a:latin typeface="Inter"/>
                <a:ea typeface="Inter"/>
                <a:cs typeface="Inter"/>
                <a:sym typeface="Inter"/>
              </a:rPr>
              <a:t>1. </a:t>
            </a:r>
            <a:r>
              <a:rPr lang="en" sz="1100">
                <a:solidFill>
                  <a:schemeClr val="lt1"/>
                </a:solidFill>
                <a:latin typeface="Inter Light"/>
                <a:ea typeface="Inter Light"/>
                <a:cs typeface="Inter Light"/>
                <a:sym typeface="Inter Light"/>
              </a:rPr>
              <a:t>Division between the amount of WIC participants ages 1-4 vs potential children eligible yet not participating, demonstrating low coverage rates for this group.</a:t>
            </a:r>
            <a:r>
              <a:rPr b="1" baseline="30000" lang="en" sz="1100">
                <a:solidFill>
                  <a:schemeClr val="lt1"/>
                </a:solidFill>
                <a:latin typeface="Inter"/>
                <a:ea typeface="Inter"/>
                <a:cs typeface="Inter"/>
                <a:sym typeface="Inter"/>
              </a:rPr>
              <a:t>4</a:t>
            </a:r>
            <a:endParaRPr b="1" baseline="30000" sz="1100">
              <a:solidFill>
                <a:schemeClr val="lt1"/>
              </a:solidFill>
              <a:latin typeface="Inter"/>
              <a:ea typeface="Inter"/>
              <a:cs typeface="Inter"/>
              <a:sym typeface="Inter"/>
            </a:endParaRPr>
          </a:p>
          <a:p>
            <a:pPr indent="0" lvl="0" marL="0" rtl="0" algn="l">
              <a:lnSpc>
                <a:spcPct val="100000"/>
              </a:lnSpc>
              <a:spcBef>
                <a:spcPts val="1200"/>
              </a:spcBef>
              <a:spcAft>
                <a:spcPts val="0"/>
              </a:spcAft>
              <a:buNone/>
            </a:pPr>
            <a:r>
              <a:rPr b="1" lang="en" sz="1100">
                <a:solidFill>
                  <a:schemeClr val="lt1"/>
                </a:solidFill>
                <a:latin typeface="Inter"/>
                <a:ea typeface="Inter"/>
                <a:cs typeface="Inter"/>
                <a:sym typeface="Inter"/>
              </a:rPr>
              <a:t>2.</a:t>
            </a:r>
            <a:r>
              <a:rPr lang="en" sz="1100">
                <a:solidFill>
                  <a:schemeClr val="lt1"/>
                </a:solidFill>
                <a:latin typeface="Inter Light"/>
                <a:ea typeface="Inter Light"/>
                <a:cs typeface="Inter Light"/>
                <a:sym typeface="Inter Light"/>
              </a:rPr>
              <a:t> Reasons why WIC eligible children 1-4 don’t participate</a:t>
            </a:r>
            <a:endParaRPr sz="1100">
              <a:solidFill>
                <a:schemeClr val="lt1"/>
              </a:solidFill>
              <a:latin typeface="Inter Light"/>
              <a:ea typeface="Inter Light"/>
              <a:cs typeface="Inter Light"/>
              <a:sym typeface="Inter Light"/>
            </a:endParaRPr>
          </a:p>
          <a:p>
            <a:pPr indent="-298450" lvl="0" marL="457200" rtl="0" algn="l">
              <a:lnSpc>
                <a:spcPct val="100000"/>
              </a:lnSpc>
              <a:spcBef>
                <a:spcPts val="120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Not lack of funding </a:t>
            </a:r>
            <a:r>
              <a:rPr b="1" baseline="30000" lang="en" sz="1100">
                <a:solidFill>
                  <a:schemeClr val="lt1"/>
                </a:solidFill>
                <a:latin typeface="Inter"/>
                <a:ea typeface="Inter"/>
                <a:cs typeface="Inter"/>
                <a:sym typeface="Inter"/>
              </a:rPr>
              <a:t>5</a:t>
            </a:r>
            <a:endParaRPr b="1" sz="1100">
              <a:solidFill>
                <a:schemeClr val="lt1"/>
              </a:solidFill>
              <a:latin typeface="Inter"/>
              <a:ea typeface="Inter"/>
              <a:cs typeface="Inter"/>
              <a:sym typeface="Inter"/>
            </a:endParaRPr>
          </a:p>
          <a:p>
            <a:pPr indent="-298450" lvl="0" marL="457200" rtl="0" algn="l">
              <a:lnSpc>
                <a:spcPct val="100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Mothers Compliance Costs perceived to be higher than potential benefit of WIC </a:t>
            </a:r>
            <a:r>
              <a:rPr b="1" baseline="30000" lang="en" sz="1100">
                <a:solidFill>
                  <a:schemeClr val="lt1"/>
                </a:solidFill>
                <a:latin typeface="Inter"/>
                <a:ea typeface="Inter"/>
                <a:cs typeface="Inter"/>
                <a:sym typeface="Inter"/>
              </a:rPr>
              <a:t>6</a:t>
            </a:r>
            <a:endParaRPr b="1" sz="1100">
              <a:solidFill>
                <a:schemeClr val="lt1"/>
              </a:solidFill>
              <a:latin typeface="Inter"/>
              <a:ea typeface="Inter"/>
              <a:cs typeface="Inter"/>
              <a:sym typeface="Inter"/>
            </a:endParaRPr>
          </a:p>
          <a:p>
            <a:pPr indent="-298450" lvl="0" marL="457200" rtl="0" algn="l">
              <a:lnSpc>
                <a:spcPct val="100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Utilized more for infants (formula) </a:t>
            </a:r>
            <a:r>
              <a:rPr b="1" baseline="30000" lang="en" sz="1100">
                <a:solidFill>
                  <a:schemeClr val="lt1"/>
                </a:solidFill>
                <a:latin typeface="Inter"/>
                <a:ea typeface="Inter"/>
                <a:cs typeface="Inter"/>
                <a:sym typeface="Inter"/>
              </a:rPr>
              <a:t>6</a:t>
            </a:r>
            <a:endParaRPr b="1" baseline="30000" sz="1100">
              <a:solidFill>
                <a:schemeClr val="lt1"/>
              </a:solidFill>
              <a:latin typeface="Inter"/>
              <a:ea typeface="Inter"/>
              <a:cs typeface="Inter"/>
              <a:sym typeface="Inter"/>
            </a:endParaRPr>
          </a:p>
          <a:p>
            <a:pPr indent="-298450" lvl="0" marL="457200" rtl="0" algn="l">
              <a:lnSpc>
                <a:spcPct val="100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After achieving a certain socioeconomic status participants quit early </a:t>
            </a:r>
            <a:r>
              <a:rPr b="1" baseline="30000" lang="en" sz="1100">
                <a:solidFill>
                  <a:schemeClr val="lt1"/>
                </a:solidFill>
                <a:latin typeface="Inter"/>
                <a:ea typeface="Inter"/>
                <a:cs typeface="Inter"/>
                <a:sym typeface="Inter"/>
              </a:rPr>
              <a:t>7</a:t>
            </a:r>
            <a:endParaRPr b="1" baseline="30000" sz="1100">
              <a:solidFill>
                <a:schemeClr val="lt1"/>
              </a:solidFill>
              <a:latin typeface="Inter"/>
              <a:ea typeface="Inter"/>
              <a:cs typeface="Inter"/>
              <a:sym typeface="Inter"/>
            </a:endParaRPr>
          </a:p>
          <a:p>
            <a:pPr indent="0" lvl="0" marL="0" rtl="0" algn="l">
              <a:lnSpc>
                <a:spcPct val="100000"/>
              </a:lnSpc>
              <a:spcBef>
                <a:spcPts val="1200"/>
              </a:spcBef>
              <a:spcAft>
                <a:spcPts val="0"/>
              </a:spcAft>
              <a:buNone/>
            </a:pPr>
            <a:r>
              <a:rPr b="1" lang="en" sz="1100">
                <a:solidFill>
                  <a:schemeClr val="lt1"/>
                </a:solidFill>
                <a:latin typeface="Inter"/>
                <a:ea typeface="Inter"/>
                <a:cs typeface="Inter"/>
                <a:sym typeface="Inter"/>
              </a:rPr>
              <a:t>3.</a:t>
            </a:r>
            <a:r>
              <a:rPr lang="en" sz="1100">
                <a:solidFill>
                  <a:schemeClr val="lt1"/>
                </a:solidFill>
                <a:latin typeface="Inter Light"/>
                <a:ea typeface="Inter Light"/>
                <a:cs typeface="Inter Light"/>
                <a:sym typeface="Inter Light"/>
              </a:rPr>
              <a:t> This demonstrates a need for more information about benefits in the long run for children 1-4 (those most likely to underutilize WIC participation)</a:t>
            </a:r>
            <a:endParaRPr sz="1100">
              <a:solidFill>
                <a:schemeClr val="lt1"/>
              </a:solidFill>
              <a:latin typeface="Inter Light"/>
              <a:ea typeface="Inter Light"/>
              <a:cs typeface="Inter Light"/>
              <a:sym typeface="Inter Light"/>
            </a:endParaRPr>
          </a:p>
          <a:p>
            <a:pPr indent="0" lvl="0" marL="0" rtl="0" algn="l">
              <a:lnSpc>
                <a:spcPct val="100000"/>
              </a:lnSpc>
              <a:spcBef>
                <a:spcPts val="1200"/>
              </a:spcBef>
              <a:spcAft>
                <a:spcPts val="1200"/>
              </a:spcAft>
              <a:buNone/>
            </a:pPr>
            <a:r>
              <a:t/>
            </a:r>
            <a:endParaRPr sz="1100">
              <a:solidFill>
                <a:schemeClr val="lt1"/>
              </a:solidFill>
              <a:latin typeface="Inter Light"/>
              <a:ea typeface="Inter Light"/>
              <a:cs typeface="Inter Light"/>
              <a:sym typeface="Inter Light"/>
            </a:endParaRPr>
          </a:p>
        </p:txBody>
      </p:sp>
      <p:sp>
        <p:nvSpPr>
          <p:cNvPr id="1494" name="Google Shape;1494;p97"/>
          <p:cNvSpPr txBox="1"/>
          <p:nvPr/>
        </p:nvSpPr>
        <p:spPr>
          <a:xfrm>
            <a:off x="443575" y="228600"/>
            <a:ext cx="5899800" cy="525900"/>
          </a:xfrm>
          <a:prstGeom prst="rect">
            <a:avLst/>
          </a:prstGeom>
          <a:no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Lato"/>
                <a:ea typeface="Lato"/>
                <a:cs typeface="Lato"/>
                <a:sym typeface="Lato"/>
              </a:rPr>
              <a:t>SIGNIFICANCE of Research</a:t>
            </a:r>
            <a:endParaRPr b="1" sz="1700">
              <a:solidFill>
                <a:schemeClr val="lt1"/>
              </a:solidFill>
              <a:latin typeface="Lato"/>
              <a:ea typeface="Lato"/>
              <a:cs typeface="Lato"/>
              <a:sym typeface="Lato"/>
            </a:endParaRPr>
          </a:p>
        </p:txBody>
      </p:sp>
      <p:pic>
        <p:nvPicPr>
          <p:cNvPr id="1495" name="Google Shape;1495;p97"/>
          <p:cNvPicPr preferRelativeResize="0"/>
          <p:nvPr/>
        </p:nvPicPr>
        <p:blipFill>
          <a:blip r:embed="rId3">
            <a:alphaModFix/>
          </a:blip>
          <a:stretch>
            <a:fillRect/>
          </a:stretch>
        </p:blipFill>
        <p:spPr>
          <a:xfrm>
            <a:off x="497600" y="928075"/>
            <a:ext cx="5791758" cy="4084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98"/>
          <p:cNvSpPr txBox="1"/>
          <p:nvPr>
            <p:ph type="title"/>
          </p:nvPr>
        </p:nvSpPr>
        <p:spPr>
          <a:xfrm flipH="1">
            <a:off x="524250" y="0"/>
            <a:ext cx="8615100" cy="709500"/>
          </a:xfrm>
          <a:prstGeom prst="rect">
            <a:avLst/>
          </a:prstGeom>
          <a:solidFill>
            <a:schemeClr val="dk1"/>
          </a:solidFill>
          <a:ln cap="flat" cmpd="sng" w="9525">
            <a:solidFill>
              <a:schemeClr val="lt1"/>
            </a:solidFill>
            <a:prstDash val="dash"/>
            <a:round/>
            <a:headEnd len="sm" w="sm" type="none"/>
            <a:tailEnd len="sm" w="sm" type="none"/>
          </a:ln>
        </p:spPr>
        <p:txBody>
          <a:bodyPr anchorCtr="0" anchor="ctr" bIns="91425" lIns="274300" spcFirstLastPara="1" rIns="91425" wrap="square" tIns="91425">
            <a:noAutofit/>
          </a:bodyPr>
          <a:lstStyle/>
          <a:p>
            <a:pPr indent="0" lvl="0" marL="0" rtl="0" algn="ctr">
              <a:spcBef>
                <a:spcPts val="0"/>
              </a:spcBef>
              <a:spcAft>
                <a:spcPts val="0"/>
              </a:spcAft>
              <a:buNone/>
            </a:pPr>
            <a:r>
              <a:rPr b="1" lang="en"/>
              <a:t>LITERATURE: Effect of </a:t>
            </a:r>
            <a:r>
              <a:rPr b="1" i="1" lang="en"/>
              <a:t>WIC P</a:t>
            </a:r>
            <a:r>
              <a:rPr b="1" i="1" lang="en"/>
              <a:t>articipation</a:t>
            </a:r>
            <a:r>
              <a:rPr b="1" lang="en"/>
              <a:t> on </a:t>
            </a:r>
            <a:r>
              <a:rPr b="1" i="1" lang="en"/>
              <a:t>Academic Outcomes</a:t>
            </a:r>
            <a:endParaRPr b="1" i="1"/>
          </a:p>
        </p:txBody>
      </p:sp>
      <p:sp>
        <p:nvSpPr>
          <p:cNvPr id="1501" name="Google Shape;1501;p98"/>
          <p:cNvSpPr txBox="1"/>
          <p:nvPr/>
        </p:nvSpPr>
        <p:spPr>
          <a:xfrm>
            <a:off x="526800" y="709500"/>
            <a:ext cx="8615100" cy="4435200"/>
          </a:xfrm>
          <a:prstGeom prst="rect">
            <a:avLst/>
          </a:prstGeom>
          <a:solidFill>
            <a:schemeClr val="lt2"/>
          </a:solidFill>
          <a:ln cap="flat" cmpd="sng" w="9525">
            <a:solidFill>
              <a:schemeClr val="lt1"/>
            </a:solidFill>
            <a:prstDash val="dash"/>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i="1" lang="en" sz="1100">
                <a:solidFill>
                  <a:schemeClr val="lt1"/>
                </a:solidFill>
                <a:latin typeface="Inter Light"/>
                <a:ea typeface="Inter Light"/>
                <a:cs typeface="Inter Light"/>
                <a:sym typeface="Inter Light"/>
              </a:rPr>
              <a:t>Effect of in utero and early childhood exposure to WIC,and its benefits, on academic performance</a:t>
            </a:r>
            <a:endParaRPr i="1" sz="1100">
              <a:solidFill>
                <a:schemeClr val="lt1"/>
              </a:solidFill>
              <a:latin typeface="Inter Light"/>
              <a:ea typeface="Inter Light"/>
              <a:cs typeface="Inter Light"/>
              <a:sym typeface="Inter Light"/>
            </a:endParaRPr>
          </a:p>
          <a:p>
            <a:pPr indent="0" lvl="0" marL="0" rtl="0" algn="ctr">
              <a:lnSpc>
                <a:spcPct val="115000"/>
              </a:lnSpc>
              <a:spcBef>
                <a:spcPts val="0"/>
              </a:spcBef>
              <a:spcAft>
                <a:spcPts val="0"/>
              </a:spcAft>
              <a:buNone/>
            </a:pPr>
            <a:r>
              <a:t/>
            </a:r>
            <a:endParaRPr i="1" sz="1100">
              <a:solidFill>
                <a:schemeClr val="lt1"/>
              </a:solidFill>
              <a:latin typeface="Inter Light"/>
              <a:ea typeface="Inter Light"/>
              <a:cs typeface="Inter Light"/>
              <a:sym typeface="Inter Light"/>
            </a:endParaRPr>
          </a:p>
          <a:p>
            <a:pPr indent="-298450" lvl="0" marL="4572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Research examining </a:t>
            </a:r>
            <a:r>
              <a:rPr lang="en" sz="1100">
                <a:solidFill>
                  <a:schemeClr val="lt1"/>
                </a:solidFill>
                <a:latin typeface="Inter Light"/>
                <a:ea typeface="Inter Light"/>
                <a:cs typeface="Inter Light"/>
                <a:sym typeface="Inter Light"/>
              </a:rPr>
              <a:t>an estimated relationship between WIC participation in short term cognitive </a:t>
            </a:r>
            <a:r>
              <a:rPr lang="en" sz="1100">
                <a:solidFill>
                  <a:schemeClr val="lt1"/>
                </a:solidFill>
                <a:latin typeface="Inter Light"/>
                <a:ea typeface="Inter Light"/>
                <a:cs typeface="Inter Light"/>
                <a:sym typeface="Inter Light"/>
              </a:rPr>
              <a:t>development and long term reading/math </a:t>
            </a:r>
            <a:r>
              <a:rPr lang="en" sz="1100">
                <a:solidFill>
                  <a:schemeClr val="lt1"/>
                </a:solidFill>
                <a:latin typeface="Inter Light"/>
                <a:ea typeface="Inter Light"/>
                <a:cs typeface="Inter Light"/>
                <a:sym typeface="Inter Light"/>
              </a:rPr>
              <a:t>achievements</a:t>
            </a:r>
            <a:r>
              <a:rPr lang="en" sz="1100">
                <a:solidFill>
                  <a:schemeClr val="lt1"/>
                </a:solidFill>
                <a:latin typeface="Inter Light"/>
                <a:ea typeface="Inter Light"/>
                <a:cs typeface="Inter Light"/>
                <a:sym typeface="Inter Light"/>
              </a:rPr>
              <a:t>. Concluded there was a </a:t>
            </a:r>
            <a:r>
              <a:rPr lang="en" sz="1100">
                <a:solidFill>
                  <a:schemeClr val="lt1"/>
                </a:solidFill>
                <a:latin typeface="Inter Light"/>
                <a:ea typeface="Inter Light"/>
                <a:cs typeface="Inter Light"/>
                <a:sym typeface="Inter Light"/>
              </a:rPr>
              <a:t>persisting learning advantage associated with WIC participation even into school years. </a:t>
            </a:r>
            <a:r>
              <a:rPr b="1" baseline="30000" lang="en" sz="1100">
                <a:solidFill>
                  <a:schemeClr val="lt1"/>
                </a:solidFill>
                <a:latin typeface="Inter"/>
                <a:ea typeface="Inter"/>
                <a:cs typeface="Inter"/>
                <a:sym typeface="Inter"/>
              </a:rPr>
              <a:t>1</a:t>
            </a:r>
            <a:endParaRPr b="1" sz="1100">
              <a:solidFill>
                <a:schemeClr val="lt1"/>
              </a:solidFill>
              <a:latin typeface="Inter"/>
              <a:ea typeface="Inter"/>
              <a:cs typeface="Inter"/>
              <a:sym typeface="Inter"/>
            </a:endParaRPr>
          </a:p>
          <a:p>
            <a:pPr indent="-298450" lvl="1" marL="9144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Short Run</a:t>
            </a:r>
            <a:r>
              <a:rPr lang="en" sz="1100">
                <a:solidFill>
                  <a:schemeClr val="lt1"/>
                </a:solidFill>
                <a:latin typeface="Inter Light"/>
                <a:ea typeface="Inter Light"/>
                <a:cs typeface="Inter Light"/>
                <a:sym typeface="Inter Light"/>
              </a:rPr>
              <a:t>: </a:t>
            </a:r>
            <a:r>
              <a:rPr lang="en" sz="1100">
                <a:solidFill>
                  <a:schemeClr val="lt1"/>
                </a:solidFill>
                <a:latin typeface="Inter Light"/>
                <a:ea typeface="Inter Light"/>
                <a:cs typeface="Inter Light"/>
                <a:sym typeface="Inter Light"/>
              </a:rPr>
              <a:t>Children, age 2, receiving WIC exposure scored a higher standard deviation (0.062) on the Bayley Mental development (BMD) assessment than their </a:t>
            </a:r>
            <a:r>
              <a:rPr lang="en" sz="1100">
                <a:solidFill>
                  <a:schemeClr val="lt1"/>
                </a:solidFill>
                <a:latin typeface="Inter Light"/>
                <a:ea typeface="Inter Light"/>
                <a:cs typeface="Inter Light"/>
                <a:sym typeface="Inter Light"/>
              </a:rPr>
              <a:t>similar</a:t>
            </a:r>
            <a:r>
              <a:rPr lang="en" sz="1100">
                <a:solidFill>
                  <a:schemeClr val="lt1"/>
                </a:solidFill>
                <a:latin typeface="Inter Light"/>
                <a:ea typeface="Inter Light"/>
                <a:cs typeface="Inter Light"/>
                <a:sym typeface="Inter Light"/>
              </a:rPr>
              <a:t> peers not </a:t>
            </a:r>
            <a:r>
              <a:rPr lang="en" sz="1100">
                <a:solidFill>
                  <a:schemeClr val="lt1"/>
                </a:solidFill>
                <a:latin typeface="Inter Light"/>
                <a:ea typeface="Inter Light"/>
                <a:cs typeface="Inter Light"/>
                <a:sym typeface="Inter Light"/>
              </a:rPr>
              <a:t>receiving</a:t>
            </a:r>
            <a:r>
              <a:rPr lang="en" sz="1100">
                <a:solidFill>
                  <a:schemeClr val="lt1"/>
                </a:solidFill>
                <a:latin typeface="Inter Light"/>
                <a:ea typeface="Inter Light"/>
                <a:cs typeface="Inter Light"/>
                <a:sym typeface="Inter Light"/>
              </a:rPr>
              <a:t> WIC. </a:t>
            </a:r>
            <a:endParaRPr sz="1100">
              <a:solidFill>
                <a:schemeClr val="lt1"/>
              </a:solidFill>
              <a:latin typeface="Inter Light"/>
              <a:ea typeface="Inter Light"/>
              <a:cs typeface="Inter Light"/>
              <a:sym typeface="Inter Light"/>
            </a:endParaRPr>
          </a:p>
          <a:p>
            <a:pPr indent="-298450" lvl="1" marL="9144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Long Run: Older children, age 11, who had </a:t>
            </a:r>
            <a:r>
              <a:rPr lang="en" sz="1100">
                <a:solidFill>
                  <a:schemeClr val="lt1"/>
                </a:solidFill>
                <a:latin typeface="Inter Light"/>
                <a:ea typeface="Inter Light"/>
                <a:cs typeface="Inter Light"/>
                <a:sym typeface="Inter Light"/>
              </a:rPr>
              <a:t>received</a:t>
            </a:r>
            <a:r>
              <a:rPr lang="en" sz="1100">
                <a:solidFill>
                  <a:schemeClr val="lt1"/>
                </a:solidFill>
                <a:latin typeface="Inter Light"/>
                <a:ea typeface="Inter Light"/>
                <a:cs typeface="Inter Light"/>
                <a:sym typeface="Inter Light"/>
              </a:rPr>
              <a:t> WIC exposure in prenatal or early childhood years perform better, up to 0.3 of a standard deviation, on reading </a:t>
            </a:r>
            <a:r>
              <a:rPr lang="en" sz="1100">
                <a:solidFill>
                  <a:schemeClr val="lt1"/>
                </a:solidFill>
                <a:latin typeface="Inter Light"/>
                <a:ea typeface="Inter Light"/>
                <a:cs typeface="Inter Light"/>
                <a:sym typeface="Inter Light"/>
              </a:rPr>
              <a:t>achievement</a:t>
            </a:r>
            <a:r>
              <a:rPr lang="en" sz="1100">
                <a:solidFill>
                  <a:schemeClr val="lt1"/>
                </a:solidFill>
                <a:latin typeface="Inter Light"/>
                <a:ea typeface="Inter Light"/>
                <a:cs typeface="Inter Light"/>
                <a:sym typeface="Inter Light"/>
              </a:rPr>
              <a:t> z </a:t>
            </a:r>
            <a:r>
              <a:rPr lang="en" sz="1100">
                <a:solidFill>
                  <a:schemeClr val="lt1"/>
                </a:solidFill>
                <a:latin typeface="Inter Light"/>
                <a:ea typeface="Inter Light"/>
                <a:cs typeface="Inter Light"/>
                <a:sym typeface="Inter Light"/>
              </a:rPr>
              <a:t>scores, from CDS data, in</a:t>
            </a:r>
            <a:r>
              <a:rPr lang="en" sz="1100">
                <a:solidFill>
                  <a:schemeClr val="lt1"/>
                </a:solidFill>
                <a:latin typeface="Inter Light"/>
                <a:ea typeface="Inter Light"/>
                <a:cs typeface="Inter Light"/>
                <a:sym typeface="Inter Light"/>
              </a:rPr>
              <a:t> comparison to their siblings (Jackson).</a:t>
            </a:r>
            <a:endParaRPr sz="1100">
              <a:solidFill>
                <a:schemeClr val="lt1"/>
              </a:solidFill>
              <a:latin typeface="Inter Light"/>
              <a:ea typeface="Inter Light"/>
              <a:cs typeface="Inter Light"/>
              <a:sym typeface="Inter Light"/>
            </a:endParaRPr>
          </a:p>
          <a:p>
            <a:pPr indent="-298450" lvl="0" marL="4572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Analysis using several SC state agencies finding prenatal WIC participants having a 5% lower probability of being diagnosed with ADHD and a 5.1% </a:t>
            </a:r>
            <a:r>
              <a:rPr lang="en" sz="1100">
                <a:solidFill>
                  <a:schemeClr val="lt1"/>
                </a:solidFill>
                <a:latin typeface="Inter Light"/>
                <a:ea typeface="Inter Light"/>
                <a:cs typeface="Inter Light"/>
                <a:sym typeface="Inter Light"/>
              </a:rPr>
              <a:t>lower</a:t>
            </a:r>
            <a:r>
              <a:rPr lang="en" sz="1100">
                <a:solidFill>
                  <a:schemeClr val="lt1"/>
                </a:solidFill>
                <a:latin typeface="Inter Light"/>
                <a:ea typeface="Inter Light"/>
                <a:cs typeface="Inter Light"/>
                <a:sym typeface="Inter Light"/>
              </a:rPr>
              <a:t> probability of being diagnosed with more mental health conditions later on.</a:t>
            </a:r>
            <a:r>
              <a:rPr b="1" baseline="30000" lang="en" sz="1100">
                <a:solidFill>
                  <a:schemeClr val="lt1"/>
                </a:solidFill>
                <a:latin typeface="Inter"/>
                <a:ea typeface="Inter"/>
                <a:cs typeface="Inter"/>
                <a:sym typeface="Inter"/>
              </a:rPr>
              <a:t>2</a:t>
            </a:r>
            <a:endParaRPr b="1" sz="1100">
              <a:solidFill>
                <a:schemeClr val="lt1"/>
              </a:solidFill>
              <a:latin typeface="Inter"/>
              <a:ea typeface="Inter"/>
              <a:cs typeface="Inter"/>
              <a:sym typeface="Inter"/>
            </a:endParaRPr>
          </a:p>
          <a:p>
            <a:pPr indent="-298450" lvl="1" marL="9144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There is a relationship between having less mental health conditions in later school years with grade repetition, demonstrating WIC participation could potentially lower amount of school days missed &amp; frequency of grade repetition by almost 8% (Currie).</a:t>
            </a:r>
            <a:endParaRPr sz="1100">
              <a:solidFill>
                <a:schemeClr val="lt1"/>
              </a:solidFill>
              <a:latin typeface="Inter Light"/>
              <a:ea typeface="Inter Light"/>
              <a:cs typeface="Inter Light"/>
              <a:sym typeface="Inter Light"/>
            </a:endParaRPr>
          </a:p>
          <a:p>
            <a:pPr indent="-298450" lvl="0" marL="4572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Studies demonstrate food insecurity can affect academic and psychosocial functioning of preschool and school aged children.</a:t>
            </a:r>
            <a:r>
              <a:rPr b="1" baseline="30000" lang="en" sz="1100">
                <a:solidFill>
                  <a:schemeClr val="lt1"/>
                </a:solidFill>
                <a:latin typeface="Inter"/>
                <a:ea typeface="Inter"/>
                <a:cs typeface="Inter"/>
                <a:sym typeface="Inter"/>
              </a:rPr>
              <a:t>3</a:t>
            </a:r>
            <a:endParaRPr b="1" sz="1100">
              <a:solidFill>
                <a:schemeClr val="lt1"/>
              </a:solidFill>
              <a:latin typeface="Inter"/>
              <a:ea typeface="Inter"/>
              <a:cs typeface="Inter"/>
              <a:sym typeface="Inter"/>
            </a:endParaRPr>
          </a:p>
          <a:p>
            <a:pPr indent="-298450" lvl="1" marL="9144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Children 1-5 get headaches, stomachaches, and overall sicknesses more often, leading to higher potential of missed school days or falling behind academically</a:t>
            </a:r>
            <a:endParaRPr sz="1100">
              <a:solidFill>
                <a:schemeClr val="lt1"/>
              </a:solidFill>
              <a:latin typeface="Inter Light"/>
              <a:ea typeface="Inter Light"/>
              <a:cs typeface="Inter Light"/>
              <a:sym typeface="Inter Light"/>
            </a:endParaRPr>
          </a:p>
          <a:p>
            <a:pPr indent="-298450" lvl="1" marL="914400" rtl="0" algn="l">
              <a:lnSpc>
                <a:spcPct val="115000"/>
              </a:lnSpc>
              <a:spcBef>
                <a:spcPts val="0"/>
              </a:spcBef>
              <a:spcAft>
                <a:spcPts val="0"/>
              </a:spcAft>
              <a:buClr>
                <a:schemeClr val="lt1"/>
              </a:buClr>
              <a:buSzPts val="1100"/>
              <a:buFont typeface="Inter Light"/>
              <a:buChar char="○"/>
            </a:pPr>
            <a:r>
              <a:rPr lang="en" sz="1100">
                <a:solidFill>
                  <a:schemeClr val="lt1"/>
                </a:solidFill>
                <a:latin typeface="Inter Light"/>
                <a:ea typeface="Inter Light"/>
                <a:cs typeface="Inter Light"/>
                <a:sym typeface="Inter Light"/>
              </a:rPr>
              <a:t>There is a relationship between food insecurity and changes in reading/math test performance, showing lower mathematic scores in kindergarteners - especially among girls (Cook and Frank).</a:t>
            </a:r>
            <a:endParaRPr sz="1100">
              <a:solidFill>
                <a:schemeClr val="lt1"/>
              </a:solidFill>
              <a:latin typeface="Inter Light"/>
              <a:ea typeface="Inter Light"/>
              <a:cs typeface="Inter Light"/>
              <a:sym typeface="Inter Light"/>
            </a:endParaRPr>
          </a:p>
        </p:txBody>
      </p:sp>
      <p:sp>
        <p:nvSpPr>
          <p:cNvPr id="1502" name="Google Shape;1502;p98"/>
          <p:cNvSpPr/>
          <p:nvPr/>
        </p:nvSpPr>
        <p:spPr>
          <a:xfrm>
            <a:off x="-19075" y="0"/>
            <a:ext cx="5271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6" name="Shape 1506"/>
        <p:cNvGrpSpPr/>
        <p:nvPr/>
      </p:nvGrpSpPr>
      <p:grpSpPr>
        <a:xfrm>
          <a:off x="0" y="0"/>
          <a:ext cx="0" cy="0"/>
          <a:chOff x="0" y="0"/>
          <a:chExt cx="0" cy="0"/>
        </a:xfrm>
      </p:grpSpPr>
      <p:sp>
        <p:nvSpPr>
          <p:cNvPr id="1507" name="Google Shape;1507;p99"/>
          <p:cNvSpPr txBox="1"/>
          <p:nvPr>
            <p:ph idx="4294967295" type="title"/>
          </p:nvPr>
        </p:nvSpPr>
        <p:spPr>
          <a:xfrm flipH="1">
            <a:off x="728300" y="0"/>
            <a:ext cx="8414100" cy="6102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chemeClr val="dk1"/>
                </a:solidFill>
              </a:rPr>
              <a:t>CONTRIBUTIONS</a:t>
            </a:r>
            <a:endParaRPr b="1" sz="2500">
              <a:solidFill>
                <a:schemeClr val="dk1"/>
              </a:solidFill>
            </a:endParaRPr>
          </a:p>
        </p:txBody>
      </p:sp>
      <p:sp>
        <p:nvSpPr>
          <p:cNvPr id="1508" name="Google Shape;1508;p99"/>
          <p:cNvSpPr txBox="1"/>
          <p:nvPr/>
        </p:nvSpPr>
        <p:spPr>
          <a:xfrm>
            <a:off x="728375" y="610250"/>
            <a:ext cx="8414100" cy="4533300"/>
          </a:xfrm>
          <a:prstGeom prst="rect">
            <a:avLst/>
          </a:prstGeom>
          <a:solidFill>
            <a:schemeClr val="lt1"/>
          </a:solidFill>
          <a:ln cap="flat" cmpd="sng" w="9525">
            <a:solidFill>
              <a:schemeClr val="dk1"/>
            </a:solidFill>
            <a:prstDash val="dash"/>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i="1" lang="en" sz="1100">
                <a:solidFill>
                  <a:schemeClr val="dk1"/>
                </a:solidFill>
                <a:latin typeface="Inter"/>
                <a:ea typeface="Inter"/>
                <a:cs typeface="Inter"/>
                <a:sym typeface="Inter"/>
              </a:rPr>
              <a:t>Our Study Provides Novel research that analyzes the relationships between test scores and state WIC Coverage rates </a:t>
            </a:r>
            <a:endParaRPr b="1" i="1" sz="1100">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b="1" sz="1100">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b="1" lang="en" sz="1100" u="sng">
                <a:solidFill>
                  <a:schemeClr val="dk1"/>
                </a:solidFill>
                <a:latin typeface="Inter"/>
                <a:ea typeface="Inter"/>
                <a:cs typeface="Inter"/>
                <a:sym typeface="Inter"/>
              </a:rPr>
              <a:t>Limitations of Previous studies</a:t>
            </a:r>
            <a:r>
              <a:rPr b="1" lang="en" sz="1100">
                <a:solidFill>
                  <a:schemeClr val="dk1"/>
                </a:solidFill>
                <a:latin typeface="Inter"/>
                <a:ea typeface="Inter"/>
                <a:cs typeface="Inter"/>
                <a:sym typeface="Inter"/>
              </a:rPr>
              <a:t> vs </a:t>
            </a:r>
            <a:r>
              <a:rPr b="1" i="1" lang="en" sz="1100">
                <a:solidFill>
                  <a:schemeClr val="dk1"/>
                </a:solidFill>
                <a:latin typeface="Inter"/>
                <a:ea typeface="Inter"/>
                <a:cs typeface="Inter"/>
                <a:sym typeface="Inter"/>
              </a:rPr>
              <a:t>How our research adjusts for them</a:t>
            </a:r>
            <a:endParaRPr b="1" i="1" sz="1100">
              <a:solidFill>
                <a:schemeClr val="dk1"/>
              </a:solidFill>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Font typeface="Inter Light"/>
              <a:buChar char="-"/>
            </a:pPr>
            <a:r>
              <a:rPr lang="en" sz="1100" u="sng">
                <a:solidFill>
                  <a:schemeClr val="dk1"/>
                </a:solidFill>
                <a:latin typeface="Inter Light"/>
                <a:ea typeface="Inter Light"/>
                <a:cs typeface="Inter Light"/>
                <a:sym typeface="Inter Light"/>
              </a:rPr>
              <a:t>Long term data difficult with WIC since the program started 1960s and a change occurred in 2009</a:t>
            </a:r>
            <a:r>
              <a:rPr lang="en" sz="1100">
                <a:solidFill>
                  <a:schemeClr val="dk1"/>
                </a:solidFill>
                <a:latin typeface="Inter Light"/>
                <a:ea typeface="Inter Light"/>
                <a:cs typeface="Inter Light"/>
                <a:sym typeface="Inter Light"/>
              </a:rPr>
              <a:t>: </a:t>
            </a:r>
            <a:r>
              <a:rPr i="1" lang="en" sz="1100">
                <a:solidFill>
                  <a:schemeClr val="dk1"/>
                </a:solidFill>
                <a:latin typeface="Inter Light"/>
                <a:ea typeface="Inter Light"/>
                <a:cs typeface="Inter Light"/>
                <a:sym typeface="Inter Light"/>
              </a:rPr>
              <a:t>Our data utilizes children WIC participants from 2011 and 2013 and looks at their test scores from 2015 and 2017</a:t>
            </a:r>
            <a:endParaRPr i="1" sz="1100">
              <a:solidFill>
                <a:schemeClr val="dk1"/>
              </a:solidFill>
              <a:latin typeface="Inter Light"/>
              <a:ea typeface="Inter Light"/>
              <a:cs typeface="Inter Light"/>
              <a:sym typeface="Inter Light"/>
            </a:endParaRPr>
          </a:p>
          <a:p>
            <a:pPr indent="-298450" lvl="0" marL="457200" rtl="0" algn="l">
              <a:lnSpc>
                <a:spcPct val="115000"/>
              </a:lnSpc>
              <a:spcBef>
                <a:spcPts val="0"/>
              </a:spcBef>
              <a:spcAft>
                <a:spcPts val="0"/>
              </a:spcAft>
              <a:buClr>
                <a:schemeClr val="dk1"/>
              </a:buClr>
              <a:buSzPts val="1100"/>
              <a:buFont typeface="Inter Light"/>
              <a:buChar char="-"/>
            </a:pPr>
            <a:r>
              <a:rPr lang="en" sz="1100" u="sng">
                <a:solidFill>
                  <a:schemeClr val="dk1"/>
                </a:solidFill>
                <a:latin typeface="Inter Light"/>
                <a:ea typeface="Inter Light"/>
                <a:cs typeface="Inter Light"/>
                <a:sym typeface="Inter Light"/>
              </a:rPr>
              <a:t>Sibling data comparison</a:t>
            </a:r>
            <a:r>
              <a:rPr lang="en" sz="1100">
                <a:solidFill>
                  <a:schemeClr val="dk1"/>
                </a:solidFill>
                <a:latin typeface="Inter Light"/>
                <a:ea typeface="Inter Light"/>
                <a:cs typeface="Inter Light"/>
                <a:sym typeface="Inter Light"/>
              </a:rPr>
              <a:t>: Our study avoids bias from familial relationship and instead performs a broader analysis</a:t>
            </a:r>
            <a:endParaRPr sz="1100">
              <a:solidFill>
                <a:schemeClr val="dk1"/>
              </a:solidFill>
              <a:latin typeface="Inter Light"/>
              <a:ea typeface="Inter Light"/>
              <a:cs typeface="Inter Light"/>
              <a:sym typeface="Inter Light"/>
            </a:endParaRPr>
          </a:p>
          <a:p>
            <a:pPr indent="-298450" lvl="0" marL="457200" rtl="0" algn="l">
              <a:lnSpc>
                <a:spcPct val="115000"/>
              </a:lnSpc>
              <a:spcBef>
                <a:spcPts val="0"/>
              </a:spcBef>
              <a:spcAft>
                <a:spcPts val="0"/>
              </a:spcAft>
              <a:buClr>
                <a:schemeClr val="dk1"/>
              </a:buClr>
              <a:buSzPts val="1100"/>
              <a:buFont typeface="Inter Light"/>
              <a:buChar char="-"/>
            </a:pPr>
            <a:r>
              <a:rPr lang="en" sz="1100" u="sng">
                <a:solidFill>
                  <a:schemeClr val="dk1"/>
                </a:solidFill>
                <a:latin typeface="Inter Light"/>
                <a:ea typeface="Inter Light"/>
                <a:cs typeface="Inter Light"/>
                <a:sym typeface="Inter Light"/>
              </a:rPr>
              <a:t>Privacy laws &amp; Geographical constraints</a:t>
            </a:r>
            <a:r>
              <a:rPr lang="en" sz="1100">
                <a:solidFill>
                  <a:schemeClr val="dk1"/>
                </a:solidFill>
                <a:latin typeface="Inter Light"/>
                <a:ea typeface="Inter Light"/>
                <a:cs typeface="Inter Light"/>
                <a:sym typeface="Inter Light"/>
              </a:rPr>
              <a:t>:</a:t>
            </a:r>
            <a:r>
              <a:rPr i="1" lang="en" sz="1100">
                <a:solidFill>
                  <a:schemeClr val="dk1"/>
                </a:solidFill>
                <a:latin typeface="Inter Light"/>
                <a:ea typeface="Inter Light"/>
                <a:cs typeface="Inter Light"/>
                <a:sym typeface="Inter Light"/>
              </a:rPr>
              <a:t> Our research does not require surveys from mothers or information from individual states, instead using standardized testing across the US</a:t>
            </a:r>
            <a:endParaRPr i="1" sz="11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t/>
            </a:r>
            <a:endParaRPr i="1" sz="11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rPr b="1" lang="en" sz="1100" u="sng">
                <a:solidFill>
                  <a:schemeClr val="dk1"/>
                </a:solidFill>
                <a:latin typeface="Inter"/>
                <a:ea typeface="Inter"/>
                <a:cs typeface="Inter"/>
                <a:sym typeface="Inter"/>
              </a:rPr>
              <a:t>What our Study has the Potential to Provide</a:t>
            </a:r>
            <a:endParaRPr b="1" sz="1100" u="sng">
              <a:solidFill>
                <a:schemeClr val="dk1"/>
              </a:solidFill>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Font typeface="Inter Light"/>
              <a:buChar char="-"/>
            </a:pPr>
            <a:r>
              <a:rPr lang="en" sz="1100">
                <a:solidFill>
                  <a:schemeClr val="dk1"/>
                </a:solidFill>
                <a:latin typeface="Inter Light"/>
                <a:ea typeface="Inter Light"/>
                <a:cs typeface="Inter Light"/>
                <a:sym typeface="Inter Light"/>
              </a:rPr>
              <a:t>We provide an alternative manner of analyzing the effects of WIC on cognitive development that is easy to replicate overtime </a:t>
            </a:r>
            <a:endParaRPr sz="1100">
              <a:solidFill>
                <a:schemeClr val="dk1"/>
              </a:solidFill>
              <a:latin typeface="Inter Light"/>
              <a:ea typeface="Inter Light"/>
              <a:cs typeface="Inter Light"/>
              <a:sym typeface="Inter Light"/>
            </a:endParaRPr>
          </a:p>
          <a:p>
            <a:pPr indent="-298450" lvl="0" marL="457200" rtl="0" algn="l">
              <a:lnSpc>
                <a:spcPct val="115000"/>
              </a:lnSpc>
              <a:spcBef>
                <a:spcPts val="0"/>
              </a:spcBef>
              <a:spcAft>
                <a:spcPts val="0"/>
              </a:spcAft>
              <a:buClr>
                <a:schemeClr val="dk1"/>
              </a:buClr>
              <a:buSzPts val="1100"/>
              <a:buFont typeface="Inter Light"/>
              <a:buChar char="-"/>
            </a:pPr>
            <a:r>
              <a:rPr lang="en" sz="1100">
                <a:solidFill>
                  <a:schemeClr val="dk1"/>
                </a:solidFill>
                <a:latin typeface="Inter Light"/>
                <a:ea typeface="Inter Light"/>
                <a:cs typeface="Inter Light"/>
                <a:sym typeface="Inter Light"/>
              </a:rPr>
              <a:t>If our findings demonstrate a significant relationship we provide greater reasoning and possible advoation for children to participate in WIC even after prenatal or infant stage</a:t>
            </a:r>
            <a:endParaRPr sz="11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t/>
            </a:r>
            <a:endParaRPr sz="11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rPr b="1" lang="en" sz="1100" u="sng">
                <a:solidFill>
                  <a:schemeClr val="dk1"/>
                </a:solidFill>
                <a:latin typeface="Inter"/>
                <a:ea typeface="Inter"/>
                <a:cs typeface="Inter"/>
                <a:sym typeface="Inter"/>
              </a:rPr>
              <a:t>What Major Problem our Data can Potentially Combat</a:t>
            </a:r>
            <a:endParaRPr b="1" sz="1100" u="sng">
              <a:solidFill>
                <a:schemeClr val="dk1"/>
              </a:solidFill>
              <a:latin typeface="Inter"/>
              <a:ea typeface="Inter"/>
              <a:cs typeface="Inter"/>
              <a:sym typeface="Inter"/>
            </a:endParaRPr>
          </a:p>
          <a:p>
            <a:pPr indent="-298450" lvl="0" marL="457200" rtl="0" algn="l">
              <a:lnSpc>
                <a:spcPct val="115000"/>
              </a:lnSpc>
              <a:spcBef>
                <a:spcPts val="0"/>
              </a:spcBef>
              <a:spcAft>
                <a:spcPts val="0"/>
              </a:spcAft>
              <a:buClr>
                <a:schemeClr val="dk1"/>
              </a:buClr>
              <a:buSzPts val="1100"/>
              <a:buFont typeface="Inter Light"/>
              <a:buChar char="-"/>
            </a:pPr>
            <a:r>
              <a:rPr lang="en" sz="1100">
                <a:solidFill>
                  <a:schemeClr val="dk1"/>
                </a:solidFill>
                <a:latin typeface="Inter Light"/>
                <a:ea typeface="Inter Light"/>
                <a:cs typeface="Inter Light"/>
                <a:sym typeface="Inter Light"/>
              </a:rPr>
              <a:t>Our findings could provide stronger evidence to combat compliance costs faced by families on WIC by demonstrating greater academic benefits for children participants ages 1-4. By providing insight on a potential positive externality not considered by eligible WIC participants who leave early, we tackle misconceptions / incomplete information primarily in families who left after formula stopped being provided or due to higher socioeconomic status. </a:t>
            </a:r>
            <a:endParaRPr sz="1100">
              <a:solidFill>
                <a:schemeClr val="dk1"/>
              </a:solidFill>
              <a:latin typeface="Inter Light"/>
              <a:ea typeface="Inter Light"/>
              <a:cs typeface="Inter Light"/>
              <a:sym typeface="Inter Light"/>
            </a:endParaRPr>
          </a:p>
        </p:txBody>
      </p:sp>
      <p:sp>
        <p:nvSpPr>
          <p:cNvPr id="1509" name="Google Shape;1509;p99"/>
          <p:cNvSpPr/>
          <p:nvPr/>
        </p:nvSpPr>
        <p:spPr>
          <a:xfrm>
            <a:off x="228602" y="0"/>
            <a:ext cx="499800" cy="5143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100"/>
          <p:cNvSpPr txBox="1"/>
          <p:nvPr>
            <p:ph type="title"/>
          </p:nvPr>
        </p:nvSpPr>
        <p:spPr>
          <a:xfrm flipH="1">
            <a:off x="517600" y="0"/>
            <a:ext cx="8639100" cy="552000"/>
          </a:xfrm>
          <a:prstGeom prst="rect">
            <a:avLst/>
          </a:prstGeom>
          <a:solidFill>
            <a:schemeClr val="dk1"/>
          </a:solidFill>
          <a:ln cap="flat" cmpd="sng" w="9525">
            <a:solidFill>
              <a:schemeClr val="lt1"/>
            </a:solidFill>
            <a:prstDash val="dash"/>
            <a:round/>
            <a:headEnd len="sm" w="sm" type="none"/>
            <a:tailEnd len="sm" w="sm" type="none"/>
          </a:ln>
        </p:spPr>
        <p:txBody>
          <a:bodyPr anchorCtr="0" anchor="ctr" bIns="91425" lIns="274300" spcFirstLastPara="1" rIns="91425" wrap="square" tIns="91425">
            <a:noAutofit/>
          </a:bodyPr>
          <a:lstStyle/>
          <a:p>
            <a:pPr indent="0" lvl="0" marL="0" rtl="0" algn="ctr">
              <a:spcBef>
                <a:spcPts val="0"/>
              </a:spcBef>
              <a:spcAft>
                <a:spcPts val="0"/>
              </a:spcAft>
              <a:buSzPts val="990"/>
              <a:buNone/>
            </a:pPr>
            <a:r>
              <a:rPr b="1" lang="en" sz="2400"/>
              <a:t>Proposed</a:t>
            </a:r>
            <a:r>
              <a:rPr b="1" lang="en" sz="2400"/>
              <a:t> Methodology</a:t>
            </a:r>
            <a:endParaRPr b="1" sz="2400"/>
          </a:p>
        </p:txBody>
      </p:sp>
      <p:sp>
        <p:nvSpPr>
          <p:cNvPr id="1515" name="Google Shape;1515;p100"/>
          <p:cNvSpPr txBox="1"/>
          <p:nvPr>
            <p:ph idx="1" type="body"/>
          </p:nvPr>
        </p:nvSpPr>
        <p:spPr>
          <a:xfrm>
            <a:off x="1042100" y="1860050"/>
            <a:ext cx="5145300" cy="3283500"/>
          </a:xfrm>
          <a:prstGeom prst="rect">
            <a:avLst/>
          </a:prstGeom>
        </p:spPr>
        <p:txBody>
          <a:bodyPr anchorCtr="0" anchor="t" bIns="91425" lIns="274300" spcFirstLastPara="1" rIns="91425" wrap="square" tIns="91425">
            <a:noAutofit/>
          </a:bodyPr>
          <a:lstStyle/>
          <a:p>
            <a:pPr indent="0" lvl="0" marL="0" rtl="0" algn="l">
              <a:spcBef>
                <a:spcPts val="1200"/>
              </a:spcBef>
              <a:spcAft>
                <a:spcPts val="0"/>
              </a:spcAft>
              <a:buNone/>
            </a:pPr>
            <a:r>
              <a:rPr b="1" i="1" lang="en" sz="1200">
                <a:latin typeface="Inter"/>
                <a:ea typeface="Inter"/>
                <a:cs typeface="Inter"/>
                <a:sym typeface="Inter"/>
              </a:rPr>
              <a:t>Score - State-level </a:t>
            </a:r>
            <a:r>
              <a:rPr b="1" lang="en" sz="1200">
                <a:latin typeface="Inter"/>
                <a:ea typeface="Inter"/>
                <a:cs typeface="Inter"/>
                <a:sym typeface="Inter"/>
              </a:rPr>
              <a:t>NAEP 4th average math or reading score (2017, 2019)</a:t>
            </a:r>
            <a:endParaRPr b="1" sz="1200">
              <a:latin typeface="Inter"/>
              <a:ea typeface="Inter"/>
              <a:cs typeface="Inter"/>
              <a:sym typeface="Inter"/>
            </a:endParaRPr>
          </a:p>
          <a:p>
            <a:pPr indent="0" lvl="0" marL="0" rtl="0" algn="l">
              <a:spcBef>
                <a:spcPts val="1200"/>
              </a:spcBef>
              <a:spcAft>
                <a:spcPts val="0"/>
              </a:spcAft>
              <a:buNone/>
            </a:pPr>
            <a:r>
              <a:rPr b="1" i="1" lang="en" sz="1200">
                <a:latin typeface="Inter"/>
                <a:ea typeface="Inter"/>
                <a:cs typeface="Inter"/>
                <a:sym typeface="Inter"/>
              </a:rPr>
              <a:t>CoverageRate = WIC Coverage Rate for children age 4 (2011, 2013)</a:t>
            </a:r>
            <a:endParaRPr b="1" sz="1200">
              <a:latin typeface="Inter"/>
              <a:ea typeface="Inter"/>
              <a:cs typeface="Inter"/>
              <a:sym typeface="Inter"/>
            </a:endParaRPr>
          </a:p>
          <a:p>
            <a:pPr indent="0" lvl="0" marL="0" rtl="0" algn="l">
              <a:spcBef>
                <a:spcPts val="1200"/>
              </a:spcBef>
              <a:spcAft>
                <a:spcPts val="0"/>
              </a:spcAft>
              <a:buNone/>
            </a:pPr>
            <a:r>
              <a:rPr lang="en" sz="1200"/>
              <a:t>ϒ𝜒 - vector of state-level controls (demographics, poverty, income, urbanization, educational funding ) </a:t>
            </a:r>
            <a:endParaRPr sz="1200"/>
          </a:p>
          <a:p>
            <a:pPr indent="0" lvl="0" marL="0" rtl="0" algn="l">
              <a:spcBef>
                <a:spcPts val="1200"/>
              </a:spcBef>
              <a:spcAft>
                <a:spcPts val="0"/>
              </a:spcAft>
              <a:buNone/>
            </a:pPr>
            <a:r>
              <a:rPr lang="en" sz="1200"/>
              <a:t>𝞪 -  state fixed effects </a:t>
            </a:r>
            <a:endParaRPr sz="1200"/>
          </a:p>
          <a:p>
            <a:pPr indent="0" lvl="0" marL="0" rtl="0" algn="l">
              <a:spcBef>
                <a:spcPts val="1200"/>
              </a:spcBef>
              <a:spcAft>
                <a:spcPts val="0"/>
              </a:spcAft>
              <a:buNone/>
            </a:pPr>
            <a:r>
              <a:rPr lang="en" sz="1200"/>
              <a:t>λ-year fixed effects </a:t>
            </a:r>
            <a:endParaRPr sz="1200"/>
          </a:p>
          <a:p>
            <a:pPr indent="0" lvl="0" marL="0" rtl="0" algn="l">
              <a:spcBef>
                <a:spcPts val="1200"/>
              </a:spcBef>
              <a:spcAft>
                <a:spcPts val="0"/>
              </a:spcAft>
              <a:buNone/>
            </a:pPr>
            <a:r>
              <a:rPr b="1" i="1" lang="en" sz="1200">
                <a:latin typeface="Inter"/>
                <a:ea typeface="Inter"/>
                <a:cs typeface="Inter"/>
                <a:sym typeface="Inter"/>
              </a:rPr>
              <a:t>Coefficient of Interest (β)</a:t>
            </a:r>
            <a:r>
              <a:rPr i="1" lang="en" sz="1200"/>
              <a:t> - measures if within-state changes in WIC Coverage Rate (2011-&gt; 2013) are associated with within-state changes in 4th-grade NAEP scores,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p:txBody>
      </p:sp>
      <p:sp>
        <p:nvSpPr>
          <p:cNvPr id="1516" name="Google Shape;1516;p100"/>
          <p:cNvSpPr txBox="1"/>
          <p:nvPr>
            <p:ph idx="5" type="title"/>
          </p:nvPr>
        </p:nvSpPr>
        <p:spPr>
          <a:xfrm>
            <a:off x="1042100" y="1307700"/>
            <a:ext cx="8101800" cy="552000"/>
          </a:xfrm>
          <a:prstGeom prst="rect">
            <a:avLst/>
          </a:prstGeom>
        </p:spPr>
        <p:txBody>
          <a:bodyPr anchorCtr="0" anchor="b" bIns="91425" lIns="274300" spcFirstLastPara="1" rIns="91425" wrap="square" tIns="91425">
            <a:normAutofit fontScale="90000"/>
          </a:bodyPr>
          <a:lstStyle/>
          <a:p>
            <a:pPr indent="0" lvl="0" marL="0" rtl="0" algn="l">
              <a:spcBef>
                <a:spcPts val="0"/>
              </a:spcBef>
              <a:spcAft>
                <a:spcPts val="0"/>
              </a:spcAft>
              <a:buNone/>
            </a:pPr>
            <a:r>
              <a:rPr b="1" lang="en">
                <a:latin typeface="Inter"/>
                <a:ea typeface="Inter"/>
                <a:cs typeface="Inter"/>
                <a:sym typeface="Inter"/>
              </a:rPr>
              <a:t>Question</a:t>
            </a:r>
            <a:r>
              <a:rPr lang="en">
                <a:latin typeface="Inter Light"/>
                <a:ea typeface="Inter Light"/>
                <a:cs typeface="Inter Light"/>
                <a:sym typeface="Inter Light"/>
              </a:rPr>
              <a:t>: </a:t>
            </a:r>
            <a:r>
              <a:rPr i="1" lang="en" sz="1200">
                <a:solidFill>
                  <a:schemeClr val="lt1"/>
                </a:solidFill>
                <a:latin typeface="Inter Light"/>
                <a:ea typeface="Inter Light"/>
                <a:cs typeface="Inter Light"/>
                <a:sym typeface="Inter Light"/>
              </a:rPr>
              <a:t>Is improved state-level WIC Coverage Rate for eligible children age 4  from 2011 to 2013 associated with stronger fourth-grade educational outcomes from 2017 to 2019?</a:t>
            </a:r>
            <a:endParaRPr>
              <a:latin typeface="Inter Light"/>
              <a:ea typeface="Inter Light"/>
              <a:cs typeface="Inter Light"/>
              <a:sym typeface="Inter Light"/>
            </a:endParaRPr>
          </a:p>
        </p:txBody>
      </p:sp>
      <p:pic>
        <p:nvPicPr>
          <p:cNvPr id="1517" name="Google Shape;1517;p100"/>
          <p:cNvPicPr preferRelativeResize="0"/>
          <p:nvPr/>
        </p:nvPicPr>
        <p:blipFill rotWithShape="1">
          <a:blip r:embed="rId3">
            <a:alphaModFix/>
          </a:blip>
          <a:srcRect b="17621" l="0" r="0" t="0"/>
          <a:stretch/>
        </p:blipFill>
        <p:spPr>
          <a:xfrm>
            <a:off x="2621338" y="619112"/>
            <a:ext cx="4943525" cy="621475"/>
          </a:xfrm>
          <a:prstGeom prst="rect">
            <a:avLst/>
          </a:prstGeom>
          <a:noFill/>
          <a:ln>
            <a:noFill/>
          </a:ln>
        </p:spPr>
      </p:pic>
      <p:sp>
        <p:nvSpPr>
          <p:cNvPr id="1518" name="Google Shape;1518;p100"/>
          <p:cNvSpPr/>
          <p:nvPr/>
        </p:nvSpPr>
        <p:spPr>
          <a:xfrm>
            <a:off x="-22250" y="0"/>
            <a:ext cx="5271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9" name="Google Shape;1519;p100"/>
          <p:cNvSpPr txBox="1"/>
          <p:nvPr/>
        </p:nvSpPr>
        <p:spPr>
          <a:xfrm>
            <a:off x="6187400" y="1926800"/>
            <a:ext cx="2772900" cy="2294700"/>
          </a:xfrm>
          <a:prstGeom prst="rect">
            <a:avLst/>
          </a:prstGeom>
          <a:noFill/>
          <a:ln cap="flat" cmpd="sng" w="952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s=state</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t=2017, 2019</a:t>
            </a:r>
            <a:endParaRPr sz="1300">
              <a:solidFill>
                <a:schemeClr val="lt1"/>
              </a:solidFill>
              <a:latin typeface="Lato"/>
              <a:ea typeface="Lato"/>
              <a:cs typeface="Lato"/>
              <a:sym typeface="Lato"/>
            </a:endParaRPr>
          </a:p>
          <a:p>
            <a:pPr indent="0" lvl="0" marL="0" rtl="0" algn="l">
              <a:spcBef>
                <a:spcPts val="0"/>
              </a:spcBef>
              <a:spcAft>
                <a:spcPts val="0"/>
              </a:spcAft>
              <a:buNone/>
            </a:pPr>
            <a:r>
              <a:rPr lang="en" sz="1300">
                <a:solidFill>
                  <a:schemeClr val="lt1"/>
                </a:solidFill>
                <a:latin typeface="Lato"/>
                <a:ea typeface="Lato"/>
                <a:cs typeface="Lato"/>
                <a:sym typeface="Lato"/>
              </a:rPr>
              <a:t>t-6=2011, 2013 (WIC Coverage years)</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rPr b="1" i="1" lang="en" sz="1300">
                <a:solidFill>
                  <a:schemeClr val="lt1"/>
                </a:solidFill>
                <a:latin typeface="Lato"/>
                <a:ea typeface="Lato"/>
                <a:cs typeface="Lato"/>
                <a:sym typeface="Lato"/>
              </a:rPr>
              <a:t>2011 WIC cohort→ tested in 2017</a:t>
            </a:r>
            <a:endParaRPr b="1" i="1" sz="1300">
              <a:solidFill>
                <a:schemeClr val="lt1"/>
              </a:solidFill>
              <a:latin typeface="Lato"/>
              <a:ea typeface="Lato"/>
              <a:cs typeface="Lato"/>
              <a:sym typeface="Lato"/>
            </a:endParaRPr>
          </a:p>
          <a:p>
            <a:pPr indent="0" lvl="0" marL="0" rtl="0" algn="l">
              <a:spcBef>
                <a:spcPts val="0"/>
              </a:spcBef>
              <a:spcAft>
                <a:spcPts val="0"/>
              </a:spcAft>
              <a:buNone/>
            </a:pPr>
            <a:r>
              <a:rPr b="1" i="1" lang="en" sz="1300">
                <a:solidFill>
                  <a:schemeClr val="lt1"/>
                </a:solidFill>
                <a:latin typeface="Lato"/>
                <a:ea typeface="Lato"/>
                <a:cs typeface="Lato"/>
                <a:sym typeface="Lato"/>
              </a:rPr>
              <a:t>2013  WIC cohort→ tested in 2019</a:t>
            </a:r>
            <a:endParaRPr b="1" i="1"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3" name="Shape 1523"/>
        <p:cNvGrpSpPr/>
        <p:nvPr/>
      </p:nvGrpSpPr>
      <p:grpSpPr>
        <a:xfrm>
          <a:off x="0" y="0"/>
          <a:ext cx="0" cy="0"/>
          <a:chOff x="0" y="0"/>
          <a:chExt cx="0" cy="0"/>
        </a:xfrm>
      </p:grpSpPr>
      <p:sp>
        <p:nvSpPr>
          <p:cNvPr id="1524" name="Google Shape;1524;p101"/>
          <p:cNvSpPr txBox="1"/>
          <p:nvPr>
            <p:ph idx="4294967295" type="title"/>
          </p:nvPr>
        </p:nvSpPr>
        <p:spPr>
          <a:xfrm flipH="1">
            <a:off x="728300" y="0"/>
            <a:ext cx="8414100" cy="779700"/>
          </a:xfrm>
          <a:prstGeom prst="rect">
            <a:avLst/>
          </a:prstGeom>
          <a:solidFill>
            <a:schemeClr val="lt1"/>
          </a:solid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500">
                <a:solidFill>
                  <a:schemeClr val="dk1"/>
                </a:solidFill>
              </a:rPr>
              <a:t>Panel Construction &amp; Data Sources</a:t>
            </a:r>
            <a:endParaRPr b="1" sz="2500">
              <a:solidFill>
                <a:schemeClr val="dk1"/>
              </a:solidFill>
            </a:endParaRPr>
          </a:p>
        </p:txBody>
      </p:sp>
      <p:sp>
        <p:nvSpPr>
          <p:cNvPr id="1525" name="Google Shape;1525;p101"/>
          <p:cNvSpPr txBox="1"/>
          <p:nvPr/>
        </p:nvSpPr>
        <p:spPr>
          <a:xfrm>
            <a:off x="769625" y="779775"/>
            <a:ext cx="8360100" cy="4363800"/>
          </a:xfrm>
          <a:prstGeom prst="rect">
            <a:avLst/>
          </a:prstGeom>
          <a:solidFill>
            <a:schemeClr val="lt1"/>
          </a:solidFill>
          <a:ln cap="flat" cmpd="sng" w="9525">
            <a:solidFill>
              <a:schemeClr val="dk1"/>
            </a:solidFill>
            <a:prstDash val="dash"/>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FFFFFF"/>
                </a:solidFill>
                <a:latin typeface="Inter"/>
                <a:ea typeface="Inter"/>
                <a:cs typeface="Inter"/>
                <a:sym typeface="Inter"/>
              </a:rPr>
              <a:t>Construct a 2-period panel that incorporates data from each of the 50 states </a:t>
            </a:r>
            <a:endParaRPr sz="1200">
              <a:solidFill>
                <a:srgbClr val="FFFFFF"/>
              </a:solidFill>
              <a:latin typeface="Inter"/>
              <a:ea typeface="Inter"/>
              <a:cs typeface="Inter"/>
              <a:sym typeface="Inter"/>
            </a:endParaRPr>
          </a:p>
          <a:p>
            <a:pPr indent="-304800" lvl="0" marL="457200" rtl="0" algn="l">
              <a:lnSpc>
                <a:spcPct val="115000"/>
              </a:lnSpc>
              <a:spcBef>
                <a:spcPts val="1200"/>
              </a:spcBef>
              <a:spcAft>
                <a:spcPts val="0"/>
              </a:spcAft>
              <a:buClr>
                <a:srgbClr val="FFFFFF"/>
              </a:buClr>
              <a:buSzPts val="1200"/>
              <a:buFont typeface="Montserrat"/>
              <a:buChar char="●"/>
            </a:pPr>
            <a:r>
              <a:rPr b="1" lang="en" sz="1200">
                <a:solidFill>
                  <a:srgbClr val="FFFFFF"/>
                </a:solidFill>
                <a:latin typeface="Inter"/>
                <a:ea typeface="Inter"/>
                <a:cs typeface="Inter"/>
                <a:sym typeface="Inter"/>
              </a:rPr>
              <a:t>Independent Variable- WIC Coverage Rate (Children age 4</a:t>
            </a:r>
            <a:r>
              <a:rPr lang="en" sz="1200">
                <a:solidFill>
                  <a:srgbClr val="FFFFFF"/>
                </a:solidFill>
                <a:latin typeface="Inter"/>
                <a:ea typeface="Inter"/>
                <a:cs typeface="Inter"/>
                <a:sym typeface="Inter"/>
              </a:rPr>
              <a:t>), </a:t>
            </a:r>
            <a:r>
              <a:rPr b="1" lang="en" sz="1200">
                <a:solidFill>
                  <a:srgbClr val="FFFFFF"/>
                </a:solidFill>
                <a:latin typeface="Inter"/>
                <a:ea typeface="Inter"/>
                <a:cs typeface="Inter"/>
                <a:sym typeface="Inter"/>
              </a:rPr>
              <a:t>2011 and 2013</a:t>
            </a:r>
            <a:endParaRPr b="1" sz="1200">
              <a:solidFill>
                <a:srgbClr val="FFFFFF"/>
              </a:solidFill>
              <a:latin typeface="Inter"/>
              <a:ea typeface="Inter"/>
              <a:cs typeface="Inter"/>
              <a:sym typeface="Inter"/>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Coverage Rate=(Children Participating in WIC)/(Children Eligible for WIC) for each state</a:t>
            </a:r>
            <a:endParaRPr sz="1200">
              <a:solidFill>
                <a:srgbClr val="FFFFFF"/>
              </a:solidFill>
              <a:latin typeface="Inter Light"/>
              <a:ea typeface="Inter Light"/>
              <a:cs typeface="Inter Light"/>
              <a:sym typeface="Inter Light"/>
            </a:endParaRPr>
          </a:p>
          <a:p>
            <a:pPr indent="-304800" lvl="1" marL="914400" rtl="0" algn="l">
              <a:lnSpc>
                <a:spcPct val="115000"/>
              </a:lnSpc>
              <a:spcBef>
                <a:spcPts val="0"/>
              </a:spcBef>
              <a:spcAft>
                <a:spcPts val="0"/>
              </a:spcAft>
              <a:buClr>
                <a:srgbClr val="FFFFFF"/>
              </a:buClr>
              <a:buSzPts val="1200"/>
              <a:buFont typeface="Inter Light"/>
              <a:buChar char="○"/>
            </a:pPr>
            <a:r>
              <a:rPr i="1" lang="en" sz="1200">
                <a:solidFill>
                  <a:srgbClr val="FFFFFF"/>
                </a:solidFill>
                <a:latin typeface="Inter Light"/>
                <a:ea typeface="Inter Light"/>
                <a:cs typeface="Inter Light"/>
                <a:sym typeface="Inter Light"/>
              </a:rPr>
              <a:t>Source: USDA Food &amp; Nutrition Service National &amp; State-Level Estimates of WIC Eligibility &amp; Program Reach, 2011 and 2013</a:t>
            </a:r>
            <a:endParaRPr i="1" sz="1200">
              <a:solidFill>
                <a:srgbClr val="FFFFFF"/>
              </a:solidFill>
              <a:latin typeface="Inter Light"/>
              <a:ea typeface="Inter Light"/>
              <a:cs typeface="Inter Light"/>
              <a:sym typeface="Inter Light"/>
            </a:endParaRPr>
          </a:p>
          <a:p>
            <a:pPr indent="-304800" lvl="0" marL="457200" rtl="0" algn="l">
              <a:lnSpc>
                <a:spcPct val="115000"/>
              </a:lnSpc>
              <a:spcBef>
                <a:spcPts val="0"/>
              </a:spcBef>
              <a:spcAft>
                <a:spcPts val="0"/>
              </a:spcAft>
              <a:buClr>
                <a:srgbClr val="FFFFFF"/>
              </a:buClr>
              <a:buSzPts val="1200"/>
              <a:buFont typeface="Inter"/>
              <a:buChar char="●"/>
            </a:pPr>
            <a:r>
              <a:rPr b="1" lang="en" sz="1200">
                <a:solidFill>
                  <a:srgbClr val="FFFFFF"/>
                </a:solidFill>
                <a:latin typeface="Inter"/>
                <a:ea typeface="Inter"/>
                <a:cs typeface="Inter"/>
                <a:sym typeface="Inter"/>
              </a:rPr>
              <a:t>Dependent Variable- Later Educational Outcomes, 2017 and 2019</a:t>
            </a:r>
            <a:endParaRPr b="1" sz="1200">
              <a:solidFill>
                <a:srgbClr val="FFFFFF"/>
              </a:solidFill>
              <a:latin typeface="Inter"/>
              <a:ea typeface="Inter"/>
              <a:cs typeface="Inter"/>
              <a:sym typeface="Inter"/>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State-level 4th grade NAEP average mathematics &amp; reading assessment scores in 2017 and 2019 </a:t>
            </a:r>
            <a:endParaRPr sz="1200">
              <a:solidFill>
                <a:srgbClr val="FFFFFF"/>
              </a:solidFill>
              <a:latin typeface="Inter Light"/>
              <a:ea typeface="Inter Light"/>
              <a:cs typeface="Inter Light"/>
              <a:sym typeface="Inter Light"/>
            </a:endParaRPr>
          </a:p>
          <a:p>
            <a:pPr indent="-304800" lvl="1" marL="914400" rtl="0" algn="l">
              <a:lnSpc>
                <a:spcPct val="115000"/>
              </a:lnSpc>
              <a:spcBef>
                <a:spcPts val="0"/>
              </a:spcBef>
              <a:spcAft>
                <a:spcPts val="0"/>
              </a:spcAft>
              <a:buClr>
                <a:srgbClr val="FFFFFF"/>
              </a:buClr>
              <a:buSzPts val="1200"/>
              <a:buFont typeface="Inter Light"/>
              <a:buChar char="○"/>
            </a:pPr>
            <a:r>
              <a:rPr i="1" lang="en" sz="1200">
                <a:solidFill>
                  <a:srgbClr val="FFFFFF"/>
                </a:solidFill>
                <a:latin typeface="Inter Light"/>
                <a:ea typeface="Inter Light"/>
                <a:cs typeface="Inter Light"/>
                <a:sym typeface="Inter Light"/>
              </a:rPr>
              <a:t>Source: National Center for Education Statistics</a:t>
            </a:r>
            <a:endParaRPr i="1" sz="1200">
              <a:solidFill>
                <a:srgbClr val="FFFFFF"/>
              </a:solidFill>
              <a:latin typeface="Inter Light"/>
              <a:ea typeface="Inter Light"/>
              <a:cs typeface="Inter Light"/>
              <a:sym typeface="Inter Light"/>
            </a:endParaRPr>
          </a:p>
          <a:p>
            <a:pPr indent="-304800" lvl="0" marL="457200" rtl="0" algn="l">
              <a:lnSpc>
                <a:spcPct val="115000"/>
              </a:lnSpc>
              <a:spcBef>
                <a:spcPts val="0"/>
              </a:spcBef>
              <a:spcAft>
                <a:spcPts val="0"/>
              </a:spcAft>
              <a:buClr>
                <a:srgbClr val="FFFFFF"/>
              </a:buClr>
              <a:buSzPts val="1200"/>
              <a:buFont typeface="Inter"/>
              <a:buChar char="●"/>
            </a:pPr>
            <a:r>
              <a:rPr b="1" lang="en" sz="1200">
                <a:solidFill>
                  <a:srgbClr val="FFFFFF"/>
                </a:solidFill>
                <a:latin typeface="Inter"/>
                <a:ea typeface="Inter"/>
                <a:cs typeface="Inter"/>
                <a:sym typeface="Inter"/>
              </a:rPr>
              <a:t>Exposure-year controls </a:t>
            </a:r>
            <a:endParaRPr b="1" sz="1200">
              <a:solidFill>
                <a:srgbClr val="FFFFFF"/>
              </a:solidFill>
              <a:latin typeface="Inter"/>
              <a:ea typeface="Inter"/>
              <a:cs typeface="Inter"/>
              <a:sym typeface="Inter"/>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Median household income</a:t>
            </a:r>
            <a:endParaRPr sz="1200">
              <a:solidFill>
                <a:srgbClr val="FFFFFF"/>
              </a:solidFill>
              <a:latin typeface="Inter Light"/>
              <a:ea typeface="Inter Light"/>
              <a:cs typeface="Inter Light"/>
              <a:sym typeface="Inter Light"/>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Child poverty rate</a:t>
            </a:r>
            <a:endParaRPr sz="1200">
              <a:solidFill>
                <a:srgbClr val="FFFFFF"/>
              </a:solidFill>
              <a:latin typeface="Inter Light"/>
              <a:ea typeface="Inter Light"/>
              <a:cs typeface="Inter Light"/>
              <a:sym typeface="Inter Light"/>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Unemployment rate</a:t>
            </a:r>
            <a:endParaRPr sz="1200">
              <a:solidFill>
                <a:srgbClr val="FFFFFF"/>
              </a:solidFill>
              <a:latin typeface="Inter Light"/>
              <a:ea typeface="Inter Light"/>
              <a:cs typeface="Inter Light"/>
              <a:sym typeface="Inter Light"/>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Racial Composition</a:t>
            </a:r>
            <a:endParaRPr sz="1200">
              <a:solidFill>
                <a:srgbClr val="FFFFFF"/>
              </a:solidFill>
              <a:latin typeface="Inter Light"/>
              <a:ea typeface="Inter Light"/>
              <a:cs typeface="Inter Light"/>
              <a:sym typeface="Inter Light"/>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%Urban/Rural Population</a:t>
            </a:r>
            <a:endParaRPr sz="1200">
              <a:solidFill>
                <a:srgbClr val="FFFFFF"/>
              </a:solidFill>
              <a:latin typeface="Inter Light"/>
              <a:ea typeface="Inter Light"/>
              <a:cs typeface="Inter Light"/>
              <a:sym typeface="Inter Light"/>
            </a:endParaRPr>
          </a:p>
          <a:p>
            <a:pPr indent="-304800" lvl="1" marL="914400" rtl="0" algn="l">
              <a:lnSpc>
                <a:spcPct val="115000"/>
              </a:lnSpc>
              <a:spcBef>
                <a:spcPts val="0"/>
              </a:spcBef>
              <a:spcAft>
                <a:spcPts val="0"/>
              </a:spcAft>
              <a:buClr>
                <a:srgbClr val="FFFFFF"/>
              </a:buClr>
              <a:buSzPts val="1200"/>
              <a:buFont typeface="Inter Light"/>
              <a:buChar char="○"/>
            </a:pPr>
            <a:r>
              <a:rPr i="1" lang="en" sz="1200">
                <a:solidFill>
                  <a:srgbClr val="FFFFFF"/>
                </a:solidFill>
                <a:latin typeface="Inter Light"/>
                <a:ea typeface="Inter Light"/>
                <a:cs typeface="Inter Light"/>
                <a:sym typeface="Inter Light"/>
              </a:rPr>
              <a:t>Source: American Community Survey, United States Census Bureau</a:t>
            </a:r>
            <a:endParaRPr i="1" sz="1200">
              <a:solidFill>
                <a:srgbClr val="FFFFFF"/>
              </a:solidFill>
              <a:latin typeface="Inter Light"/>
              <a:ea typeface="Inter Light"/>
              <a:cs typeface="Inter Light"/>
              <a:sym typeface="Inter Light"/>
            </a:endParaRPr>
          </a:p>
          <a:p>
            <a:pPr indent="-304800" lvl="0" marL="457200" rtl="0" algn="l">
              <a:lnSpc>
                <a:spcPct val="115000"/>
              </a:lnSpc>
              <a:spcBef>
                <a:spcPts val="0"/>
              </a:spcBef>
              <a:spcAft>
                <a:spcPts val="0"/>
              </a:spcAft>
              <a:buClr>
                <a:srgbClr val="FFFFFF"/>
              </a:buClr>
              <a:buSzPts val="1200"/>
              <a:buFont typeface="Inter"/>
              <a:buChar char="●"/>
            </a:pPr>
            <a:r>
              <a:rPr b="1" lang="en" sz="1200">
                <a:solidFill>
                  <a:srgbClr val="FFFFFF"/>
                </a:solidFill>
                <a:latin typeface="Inter"/>
                <a:ea typeface="Inter"/>
                <a:cs typeface="Inter"/>
                <a:sym typeface="Inter"/>
              </a:rPr>
              <a:t>Outcome-year controls</a:t>
            </a:r>
            <a:endParaRPr b="1" sz="1200">
              <a:solidFill>
                <a:srgbClr val="FFFFFF"/>
              </a:solidFill>
              <a:latin typeface="Inter"/>
              <a:ea typeface="Inter"/>
              <a:cs typeface="Inter"/>
              <a:sym typeface="Inter"/>
            </a:endParaRPr>
          </a:p>
          <a:p>
            <a:pPr indent="-304800" lvl="1" marL="914400" rtl="0" algn="l">
              <a:lnSpc>
                <a:spcPct val="115000"/>
              </a:lnSpc>
              <a:spcBef>
                <a:spcPts val="0"/>
              </a:spcBef>
              <a:spcAft>
                <a:spcPts val="0"/>
              </a:spcAft>
              <a:buClr>
                <a:srgbClr val="FFFFFF"/>
              </a:buClr>
              <a:buSzPts val="1200"/>
              <a:buFont typeface="Inter Light"/>
              <a:buChar char="○"/>
            </a:pPr>
            <a:r>
              <a:rPr lang="en" sz="1200">
                <a:solidFill>
                  <a:srgbClr val="FFFFFF"/>
                </a:solidFill>
                <a:latin typeface="Inter Light"/>
                <a:ea typeface="Inter Light"/>
                <a:cs typeface="Inter Light"/>
                <a:sym typeface="Inter Light"/>
              </a:rPr>
              <a:t>Per-Pupil K-12 Spending (US Census Bureau)</a:t>
            </a:r>
            <a:endParaRPr sz="1200">
              <a:solidFill>
                <a:srgbClr val="FFFFFF"/>
              </a:solidFill>
              <a:latin typeface="Inter Light"/>
              <a:ea typeface="Inter Light"/>
              <a:cs typeface="Inter Light"/>
              <a:sym typeface="Inter Light"/>
            </a:endParaRPr>
          </a:p>
          <a:p>
            <a:pPr indent="0" lvl="0" marL="914400" rtl="0" algn="l">
              <a:lnSpc>
                <a:spcPct val="115000"/>
              </a:lnSpc>
              <a:spcBef>
                <a:spcPts val="1200"/>
              </a:spcBef>
              <a:spcAft>
                <a:spcPts val="1200"/>
              </a:spcAft>
              <a:buNone/>
            </a:pPr>
            <a:r>
              <a:t/>
            </a:r>
            <a:endParaRPr i="1" sz="1200">
              <a:solidFill>
                <a:srgbClr val="FFFFFF"/>
              </a:solidFill>
              <a:latin typeface="Inter"/>
              <a:ea typeface="Inter"/>
              <a:cs typeface="Inter"/>
              <a:sym typeface="Inter"/>
            </a:endParaRPr>
          </a:p>
        </p:txBody>
      </p:sp>
      <p:sp>
        <p:nvSpPr>
          <p:cNvPr id="1526" name="Google Shape;1526;p101"/>
          <p:cNvSpPr/>
          <p:nvPr/>
        </p:nvSpPr>
        <p:spPr>
          <a:xfrm>
            <a:off x="228602" y="0"/>
            <a:ext cx="499800" cy="51435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sp>
        <p:nvSpPr>
          <p:cNvPr id="1531" name="Google Shape;1531;p102"/>
          <p:cNvSpPr txBox="1"/>
          <p:nvPr>
            <p:ph idx="1" type="body"/>
          </p:nvPr>
        </p:nvSpPr>
        <p:spPr>
          <a:xfrm>
            <a:off x="1042100" y="1307575"/>
            <a:ext cx="4331400" cy="3522300"/>
          </a:xfrm>
          <a:prstGeom prst="rect">
            <a:avLst/>
          </a:prstGeom>
        </p:spPr>
        <p:txBody>
          <a:bodyPr anchorCtr="0" anchor="t" bIns="91425" lIns="274300" spcFirstLastPara="1" rIns="91425" wrap="square" tIns="274300">
            <a:normAutofit/>
          </a:bodyPr>
          <a:lstStyle/>
          <a:p>
            <a:pPr indent="-311150" lvl="0" marL="457200" rtl="0" algn="l">
              <a:lnSpc>
                <a:spcPct val="100000"/>
              </a:lnSpc>
              <a:spcBef>
                <a:spcPts val="0"/>
              </a:spcBef>
              <a:spcAft>
                <a:spcPts val="0"/>
              </a:spcAft>
              <a:buSzPts val="1300"/>
              <a:buFont typeface="Montserrat"/>
              <a:buChar char="●"/>
            </a:pPr>
            <a:r>
              <a:rPr b="1" lang="en" sz="1300">
                <a:latin typeface="Montserrat"/>
                <a:ea typeface="Montserrat"/>
                <a:cs typeface="Montserrat"/>
                <a:sym typeface="Montserrat"/>
              </a:rPr>
              <a:t>Measures within-state </a:t>
            </a:r>
            <a:r>
              <a:rPr b="1" lang="en" sz="1300">
                <a:latin typeface="Montserrat"/>
                <a:ea typeface="Montserrat"/>
                <a:cs typeface="Montserrat"/>
                <a:sym typeface="Montserrat"/>
              </a:rPr>
              <a:t>relationships/associations, but does not establish causality</a:t>
            </a:r>
            <a:endParaRPr b="1" sz="1300">
              <a:latin typeface="Montserrat"/>
              <a:ea typeface="Montserrat"/>
              <a:cs typeface="Montserrat"/>
              <a:sym typeface="Montserrat"/>
            </a:endParaRPr>
          </a:p>
          <a:p>
            <a:pPr indent="0" lvl="0" marL="0" rtl="0" algn="l">
              <a:lnSpc>
                <a:spcPct val="100000"/>
              </a:lnSpc>
              <a:spcBef>
                <a:spcPts val="0"/>
              </a:spcBef>
              <a:spcAft>
                <a:spcPts val="0"/>
              </a:spcAft>
              <a:buNone/>
            </a:pPr>
            <a:r>
              <a:t/>
            </a:r>
            <a:endParaRPr b="1" sz="1300">
              <a:latin typeface="Montserrat"/>
              <a:ea typeface="Montserrat"/>
              <a:cs typeface="Montserrat"/>
              <a:sym typeface="Montserrat"/>
            </a:endParaRPr>
          </a:p>
          <a:p>
            <a:pPr indent="-311150" lvl="0" marL="457200" rtl="0" algn="l">
              <a:lnSpc>
                <a:spcPct val="100000"/>
              </a:lnSpc>
              <a:spcBef>
                <a:spcPts val="0"/>
              </a:spcBef>
              <a:spcAft>
                <a:spcPts val="0"/>
              </a:spcAft>
              <a:buSzPts val="1300"/>
              <a:buFont typeface="Montserrat"/>
              <a:buChar char="●"/>
            </a:pPr>
            <a:r>
              <a:rPr b="1" lang="en" sz="1300">
                <a:latin typeface="Montserrat"/>
                <a:ea typeface="Montserrat"/>
                <a:cs typeface="Montserrat"/>
                <a:sym typeface="Montserrat"/>
              </a:rPr>
              <a:t>Only able to compare 2 cohorts b/c of methodological/data constraints</a:t>
            </a:r>
            <a:endParaRPr b="1" sz="1300">
              <a:latin typeface="Montserrat"/>
              <a:ea typeface="Montserrat"/>
              <a:cs typeface="Montserrat"/>
              <a:sym typeface="Montserrat"/>
            </a:endParaRPr>
          </a:p>
          <a:p>
            <a:pPr indent="0" lvl="0" marL="457200" rtl="0" algn="l">
              <a:lnSpc>
                <a:spcPct val="100000"/>
              </a:lnSpc>
              <a:spcBef>
                <a:spcPts val="0"/>
              </a:spcBef>
              <a:spcAft>
                <a:spcPts val="0"/>
              </a:spcAft>
              <a:buNone/>
            </a:pPr>
            <a:r>
              <a:t/>
            </a:r>
            <a:endParaRPr b="1" sz="1300">
              <a:latin typeface="Montserrat"/>
              <a:ea typeface="Montserrat"/>
              <a:cs typeface="Montserrat"/>
              <a:sym typeface="Montserrat"/>
            </a:endParaRPr>
          </a:p>
          <a:p>
            <a:pPr indent="-311150" lvl="0" marL="457200" rtl="0" algn="l">
              <a:lnSpc>
                <a:spcPct val="100000"/>
              </a:lnSpc>
              <a:spcBef>
                <a:spcPts val="0"/>
              </a:spcBef>
              <a:spcAft>
                <a:spcPts val="0"/>
              </a:spcAft>
              <a:buSzPts val="1300"/>
              <a:buFont typeface="Montserrat"/>
              <a:buChar char="●"/>
            </a:pPr>
            <a:r>
              <a:rPr b="1" lang="en" sz="1300">
                <a:latin typeface="Montserrat"/>
                <a:ea typeface="Montserrat"/>
                <a:cs typeface="Montserrat"/>
                <a:sym typeface="Montserrat"/>
              </a:rPr>
              <a:t>Cohort matching is not exact</a:t>
            </a:r>
            <a:endParaRPr b="1" sz="1300">
              <a:latin typeface="Montserrat"/>
              <a:ea typeface="Montserrat"/>
              <a:cs typeface="Montserrat"/>
              <a:sym typeface="Montserrat"/>
            </a:endParaRPr>
          </a:p>
          <a:p>
            <a:pPr indent="0" lvl="0" marL="0" rtl="0" algn="l">
              <a:lnSpc>
                <a:spcPct val="100000"/>
              </a:lnSpc>
              <a:spcBef>
                <a:spcPts val="0"/>
              </a:spcBef>
              <a:spcAft>
                <a:spcPts val="0"/>
              </a:spcAft>
              <a:buNone/>
            </a:pPr>
            <a:r>
              <a:t/>
            </a:r>
            <a:endParaRPr b="1" sz="1300">
              <a:latin typeface="Montserrat"/>
              <a:ea typeface="Montserrat"/>
              <a:cs typeface="Montserrat"/>
              <a:sym typeface="Montserrat"/>
            </a:endParaRPr>
          </a:p>
          <a:p>
            <a:pPr indent="-311150" lvl="0" marL="457200" rtl="0" algn="l">
              <a:lnSpc>
                <a:spcPct val="100000"/>
              </a:lnSpc>
              <a:spcBef>
                <a:spcPts val="0"/>
              </a:spcBef>
              <a:spcAft>
                <a:spcPts val="0"/>
              </a:spcAft>
              <a:buSzPts val="1300"/>
              <a:buFont typeface="Montserrat"/>
              <a:buChar char="●"/>
            </a:pPr>
            <a:r>
              <a:rPr b="1" lang="en" sz="1300">
                <a:latin typeface="Montserrat"/>
                <a:ea typeface="Montserrat"/>
                <a:cs typeface="Montserrat"/>
                <a:sym typeface="Montserrat"/>
              </a:rPr>
              <a:t>Possible omitted state-level changes</a:t>
            </a:r>
            <a:endParaRPr b="1" sz="1300">
              <a:latin typeface="Montserrat"/>
              <a:ea typeface="Montserrat"/>
              <a:cs typeface="Montserrat"/>
              <a:sym typeface="Montserrat"/>
            </a:endParaRPr>
          </a:p>
          <a:p>
            <a:pPr indent="0" lvl="0" marL="0" rtl="0" algn="l">
              <a:lnSpc>
                <a:spcPct val="100000"/>
              </a:lnSpc>
              <a:spcBef>
                <a:spcPts val="0"/>
              </a:spcBef>
              <a:spcAft>
                <a:spcPts val="0"/>
              </a:spcAft>
              <a:buNone/>
            </a:pPr>
            <a:r>
              <a:t/>
            </a:r>
            <a:endParaRPr b="1" sz="1300">
              <a:latin typeface="Inter"/>
              <a:ea typeface="Inter"/>
              <a:cs typeface="Inter"/>
              <a:sym typeface="Inter"/>
            </a:endParaRPr>
          </a:p>
          <a:p>
            <a:pPr indent="0" lvl="0" marL="0" rtl="0" algn="l">
              <a:lnSpc>
                <a:spcPct val="100000"/>
              </a:lnSpc>
              <a:spcBef>
                <a:spcPts val="0"/>
              </a:spcBef>
              <a:spcAft>
                <a:spcPts val="0"/>
              </a:spcAft>
              <a:buNone/>
            </a:pPr>
            <a:r>
              <a:t/>
            </a:r>
            <a:endParaRPr b="1" sz="1300">
              <a:latin typeface="Inter"/>
              <a:ea typeface="Inter"/>
              <a:cs typeface="Inter"/>
              <a:sym typeface="Inter"/>
            </a:endParaRPr>
          </a:p>
          <a:p>
            <a:pPr indent="0" lvl="0" marL="0" rtl="0" algn="l">
              <a:lnSpc>
                <a:spcPct val="100000"/>
              </a:lnSpc>
              <a:spcBef>
                <a:spcPts val="0"/>
              </a:spcBef>
              <a:spcAft>
                <a:spcPts val="0"/>
              </a:spcAft>
              <a:buNone/>
            </a:pPr>
            <a:r>
              <a:t/>
            </a:r>
            <a:endParaRPr b="1" sz="1300">
              <a:latin typeface="Inter"/>
              <a:ea typeface="Inter"/>
              <a:cs typeface="Inter"/>
              <a:sym typeface="Inter"/>
            </a:endParaRPr>
          </a:p>
        </p:txBody>
      </p:sp>
      <p:sp>
        <p:nvSpPr>
          <p:cNvPr id="1532" name="Google Shape;1532;p102"/>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b="1" lang="en"/>
              <a:t>Limitations &amp; </a:t>
            </a:r>
            <a:r>
              <a:rPr b="1" lang="en"/>
              <a:t>Potential </a:t>
            </a:r>
            <a:r>
              <a:rPr b="1" lang="en"/>
              <a:t>Insights</a:t>
            </a:r>
            <a:endParaRPr b="1"/>
          </a:p>
        </p:txBody>
      </p:sp>
      <p:sp>
        <p:nvSpPr>
          <p:cNvPr id="1533" name="Google Shape;1533;p102"/>
          <p:cNvSpPr txBox="1"/>
          <p:nvPr/>
        </p:nvSpPr>
        <p:spPr>
          <a:xfrm>
            <a:off x="5606100" y="1474534"/>
            <a:ext cx="3309300" cy="19857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Montserrat"/>
              <a:buChar char="●"/>
            </a:pPr>
            <a:r>
              <a:rPr b="1" lang="en" sz="1300">
                <a:solidFill>
                  <a:schemeClr val="dk1"/>
                </a:solidFill>
                <a:latin typeface="Montserrat"/>
                <a:ea typeface="Montserrat"/>
                <a:cs typeface="Montserrat"/>
                <a:sym typeface="Montserrat"/>
              </a:rPr>
              <a:t>Potential Benefits of WIC </a:t>
            </a:r>
            <a:endParaRPr b="1" sz="13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300">
              <a:solidFill>
                <a:schemeClr val="dk1"/>
              </a:solidFill>
              <a:latin typeface="Montserrat"/>
              <a:ea typeface="Montserrat"/>
              <a:cs typeface="Montserrat"/>
              <a:sym typeface="Montserrat"/>
            </a:endParaRPr>
          </a:p>
          <a:p>
            <a:pPr indent="-311150" lvl="0" marL="457200" rtl="0" algn="l">
              <a:spcBef>
                <a:spcPts val="0"/>
              </a:spcBef>
              <a:spcAft>
                <a:spcPts val="0"/>
              </a:spcAft>
              <a:buClr>
                <a:schemeClr val="dk1"/>
              </a:buClr>
              <a:buSzPts val="1300"/>
              <a:buFont typeface="Montserrat"/>
              <a:buChar char="●"/>
            </a:pPr>
            <a:r>
              <a:rPr b="1" lang="en" sz="1300">
                <a:solidFill>
                  <a:schemeClr val="dk1"/>
                </a:solidFill>
                <a:latin typeface="Montserrat"/>
                <a:ea typeface="Montserrat"/>
                <a:cs typeface="Montserrat"/>
                <a:sym typeface="Montserrat"/>
              </a:rPr>
              <a:t>Whether nutritional environment may impact childhood math/english outcomes differently</a:t>
            </a:r>
            <a:endParaRPr b="1" sz="1300">
              <a:solidFill>
                <a:schemeClr val="dk1"/>
              </a:solidFill>
              <a:latin typeface="Montserrat"/>
              <a:ea typeface="Montserrat"/>
              <a:cs typeface="Montserrat"/>
              <a:sym typeface="Montserrat"/>
            </a:endParaRPr>
          </a:p>
          <a:p>
            <a:pPr indent="-311150" lvl="0" marL="457200" rtl="0" algn="l">
              <a:spcBef>
                <a:spcPts val="0"/>
              </a:spcBef>
              <a:spcAft>
                <a:spcPts val="0"/>
              </a:spcAft>
              <a:buClr>
                <a:schemeClr val="dk1"/>
              </a:buClr>
              <a:buSzPts val="1300"/>
              <a:buFont typeface="Montserrat"/>
              <a:buChar char="●"/>
            </a:pPr>
            <a:r>
              <a:rPr b="1" lang="en" sz="1300">
                <a:solidFill>
                  <a:schemeClr val="dk1"/>
                </a:solidFill>
                <a:latin typeface="Montserrat"/>
                <a:ea typeface="Montserrat"/>
                <a:cs typeface="Montserrat"/>
                <a:sym typeface="Montserrat"/>
              </a:rPr>
              <a:t>Impetus for further research, obtaining permission to access individual data</a:t>
            </a:r>
            <a:endParaRPr b="1" sz="1300">
              <a:solidFill>
                <a:schemeClr val="dk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p103"/>
          <p:cNvSpPr txBox="1"/>
          <p:nvPr/>
        </p:nvSpPr>
        <p:spPr>
          <a:xfrm>
            <a:off x="1926975" y="1603175"/>
            <a:ext cx="5194800" cy="16401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b="1" lang="en" sz="7100">
                <a:solidFill>
                  <a:schemeClr val="lt1"/>
                </a:solidFill>
                <a:latin typeface="Gowun Batang"/>
                <a:ea typeface="Gowun Batang"/>
                <a:cs typeface="Gowun Batang"/>
                <a:sym typeface="Gowun Batang"/>
              </a:rPr>
              <a:t>Thank You</a:t>
            </a:r>
            <a:endParaRPr b="1" sz="7100">
              <a:solidFill>
                <a:schemeClr val="lt1"/>
              </a:solidFill>
              <a:latin typeface="Gowun Batang"/>
              <a:ea typeface="Gowun Batang"/>
              <a:cs typeface="Gowun Batang"/>
              <a:sym typeface="Gowun Batang"/>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id="1543" name="Google Shape;1543;p104"/>
          <p:cNvSpPr txBox="1"/>
          <p:nvPr/>
        </p:nvSpPr>
        <p:spPr>
          <a:xfrm>
            <a:off x="1024000" y="4700"/>
            <a:ext cx="76683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nter"/>
                <a:ea typeface="Inter"/>
                <a:cs typeface="Inter"/>
                <a:sym typeface="Inter"/>
              </a:rPr>
              <a:t>References</a:t>
            </a:r>
            <a:endParaRPr sz="1200">
              <a:solidFill>
                <a:schemeClr val="dk1"/>
              </a:solidFill>
              <a:latin typeface="Inter"/>
              <a:ea typeface="Inter"/>
              <a:cs typeface="Inter"/>
              <a:sym typeface="Inter"/>
            </a:endParaRPr>
          </a:p>
        </p:txBody>
      </p:sp>
      <p:sp>
        <p:nvSpPr>
          <p:cNvPr id="1544" name="Google Shape;1544;p104"/>
          <p:cNvSpPr txBox="1"/>
          <p:nvPr/>
        </p:nvSpPr>
        <p:spPr>
          <a:xfrm>
            <a:off x="1024000" y="392300"/>
            <a:ext cx="8120100" cy="4751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Jackson, Margot I. “Early Childhood WIC Participation, Cognitive Development and Academic Achievement.” Social Science &amp; Medicine, vol. 126, Feb. 2015, pp. 145–53, https://doi.org/10.1016/j.socscimed.2014.12.018. Accessed 4 Nov. 2019.</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Currie, Janet. “Does Prenatal WIC Participation Improve Child Outcomes?” American Journal of Health Economics, vol. 6, no. 2, 30 Dec. 2019, https://doi.org/10.1086/707832.</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Cook, John T., and Deborah A. Frank. “Food Security, Poverty, and Human Development in the United States.” Annals of the New York Academy of Sciences, vol. 1136, no. 1, July 2008, pp. 193–209, https://doi.org/10.1196/annals.1425.001.</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“National and State-Level Estimates of WIC Eligibles and Program Reach 2013 | Food and Nutrition Service.” Usda.gov, 2025, www.fns.usda.gov/research/wic/eer/2013. </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Neuberger, Zoë, et al. “WIC’s Critical Benefits Reach Only Half of Those Eligible | Center on Budget and Policy Priorities.” Center on Budget and Policy Priorities, 21 Feb. 2024, www.cbpp.org/research/food-assistance/wics-critical-benefits-reach-only-half-of-those-eligible.</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Barnes, Carolyn, et al. “‘I Used to Get WIC . . . But Then I Stopped’: How WIC Participants Perceive the Value and Burdens of Maintaining Benefits.” RSF: The Russell Sage Foundation Journal of the Social Sciences, vol. 9, no. 5, Sept. 2023, pp. 32–55, https://doi.org/10.7758/RSF.2023.9.5.02.</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Lora, Karina R., et al. “Factors That Influence Children’s Exits from the Special Supplemental Nutrition Program for Women, Infants, and Children: A Systematic Review.” Nutrients, vol. 15, no. 3, Feb. 2023, p. 766, </a:t>
            </a:r>
            <a:r>
              <a:rPr lang="en" sz="1100">
                <a:solidFill>
                  <a:schemeClr val="dk1"/>
                </a:solidFill>
                <a:uFill>
                  <a:noFill/>
                </a:uFill>
                <a:latin typeface="Inter Light"/>
                <a:ea typeface="Inter Light"/>
                <a:cs typeface="Inter Light"/>
                <a:sym typeface="Inter Light"/>
                <a:hlinkClick r:id="rId3">
                  <a:extLst>
                    <a:ext uri="{A12FA001-AC4F-418D-AE19-62706E023703}">
                      <ahyp:hlinkClr val="tx"/>
                    </a:ext>
                  </a:extLst>
                </a:hlinkClick>
              </a:rPr>
              <a:t>https://doi.org/10.3390/nu15030766</a:t>
            </a:r>
            <a:r>
              <a:rPr lang="en" sz="1100">
                <a:solidFill>
                  <a:schemeClr val="dk1"/>
                </a:solidFill>
                <a:latin typeface="Inter Light"/>
                <a:ea typeface="Inter Light"/>
                <a:cs typeface="Inter Light"/>
                <a:sym typeface="Inter Light"/>
              </a:rPr>
              <a:t>.</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U.S. Census Bureau. </a:t>
            </a:r>
            <a:r>
              <a:rPr i="1" lang="en" sz="1100">
                <a:solidFill>
                  <a:schemeClr val="dk1"/>
                </a:solidFill>
                <a:latin typeface="Inter Light"/>
                <a:ea typeface="Inter Light"/>
                <a:cs typeface="Inter Light"/>
                <a:sym typeface="Inter Light"/>
              </a:rPr>
              <a:t>2017 Public Elementary-Secondary Education Finance Data. </a:t>
            </a:r>
            <a:r>
              <a:rPr lang="en" sz="1100">
                <a:solidFill>
                  <a:schemeClr val="dk1"/>
                </a:solidFill>
                <a:latin typeface="Inter Light"/>
                <a:ea typeface="Inter Light"/>
                <a:cs typeface="Inter Light"/>
                <a:sym typeface="Inter Light"/>
              </a:rPr>
              <a:t>Census.gov, 12 Aug. 2025, https://www.census.gov/data/tables/2017/econ/school-finances/secondary-education-finance.html. </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U.S. Census Bureau. </a:t>
            </a:r>
            <a:r>
              <a:rPr i="1" lang="en" sz="1100">
                <a:solidFill>
                  <a:schemeClr val="dk1"/>
                </a:solidFill>
                <a:latin typeface="Inter Light"/>
                <a:ea typeface="Inter Light"/>
                <a:cs typeface="Inter Light"/>
                <a:sym typeface="Inter Light"/>
              </a:rPr>
              <a:t>2019 Public Elementary-Secondary Education Finance Data. </a:t>
            </a:r>
            <a:r>
              <a:rPr lang="en" sz="1100">
                <a:solidFill>
                  <a:schemeClr val="dk1"/>
                </a:solidFill>
                <a:latin typeface="Inter Light"/>
                <a:ea typeface="Inter Light"/>
                <a:cs typeface="Inter Light"/>
                <a:sym typeface="Inter Light"/>
              </a:rPr>
              <a:t>Census.gov, 12 Aug. 2025, https://www.census.gov/data/tables/2017/econ/school-finances/secondary-education-finance.html. </a:t>
            </a:r>
            <a:endParaRPr sz="1100">
              <a:solidFill>
                <a:schemeClr val="dk1"/>
              </a:solidFill>
              <a:latin typeface="Inter Light"/>
              <a:ea typeface="Inter Light"/>
              <a:cs typeface="Inter Light"/>
              <a:sym typeface="Inter Light"/>
            </a:endParaRPr>
          </a:p>
          <a:p>
            <a:pPr indent="-298450" lvl="0" marL="457200" rtl="0" algn="l">
              <a:spcBef>
                <a:spcPts val="0"/>
              </a:spcBef>
              <a:spcAft>
                <a:spcPts val="0"/>
              </a:spcAft>
              <a:buClr>
                <a:schemeClr val="dk1"/>
              </a:buClr>
              <a:buSzPts val="1100"/>
              <a:buFont typeface="Inter Light"/>
              <a:buAutoNum type="arabicPeriod"/>
            </a:pPr>
            <a:r>
              <a:rPr lang="en" sz="1100">
                <a:solidFill>
                  <a:schemeClr val="dk1"/>
                </a:solidFill>
                <a:latin typeface="Inter Light"/>
                <a:ea typeface="Inter Light"/>
                <a:cs typeface="Inter Light"/>
                <a:sym typeface="Inter Light"/>
              </a:rPr>
              <a:t>U.S. Department of Agriculture, Food and Nutrition Service. </a:t>
            </a:r>
            <a:r>
              <a:rPr i="1" lang="en" sz="1100">
                <a:solidFill>
                  <a:schemeClr val="dk1"/>
                </a:solidFill>
                <a:latin typeface="Inter Light"/>
                <a:ea typeface="Inter Light"/>
                <a:cs typeface="Inter Light"/>
                <a:sym typeface="Inter Light"/>
              </a:rPr>
              <a:t>National and State-Level Estimates of Special Supplemental Nutrition Program for Women, Infants, and Children (WIC) Eligibles and Program Reach, 2011</a:t>
            </a:r>
            <a:r>
              <a:rPr lang="en" sz="1100">
                <a:solidFill>
                  <a:schemeClr val="dk1"/>
                </a:solidFill>
                <a:latin typeface="Inter Light"/>
                <a:ea typeface="Inter Light"/>
                <a:cs typeface="Inter Light"/>
                <a:sym typeface="Inter Light"/>
              </a:rPr>
              <a:t>. By Paul Johnson, Lina Gianarelli, Erika Huber, and David Betson. Mar. 2014. https://fns-prod.azureedge.us/sites/default/files/WICEligibles2011Volume1.pdf. </a:t>
            </a:r>
            <a:endParaRPr sz="1100">
              <a:solidFill>
                <a:schemeClr val="dk1"/>
              </a:solidFill>
              <a:latin typeface="Inter Light"/>
              <a:ea typeface="Inter Light"/>
              <a:cs typeface="Inter Light"/>
              <a:sym typeface="Inter Light"/>
            </a:endParaRPr>
          </a:p>
          <a:p>
            <a:pPr indent="0" lvl="0" marL="0" rtl="0" algn="l">
              <a:spcBef>
                <a:spcPts val="0"/>
              </a:spcBef>
              <a:spcAft>
                <a:spcPts val="0"/>
              </a:spcAft>
              <a:buNone/>
            </a:pPr>
            <a:r>
              <a:t/>
            </a:r>
            <a:endParaRPr sz="1100">
              <a:solidFill>
                <a:schemeClr val="dk1"/>
              </a:solidFill>
              <a:latin typeface="Inter Light"/>
              <a:ea typeface="Inter Light"/>
              <a:cs typeface="Inter Light"/>
              <a:sym typeface="Inter Light"/>
            </a:endParaRPr>
          </a:p>
          <a:p>
            <a:pPr indent="0" lvl="0" marL="0" rtl="0" algn="l">
              <a:lnSpc>
                <a:spcPct val="115000"/>
              </a:lnSpc>
              <a:spcBef>
                <a:spcPts val="0"/>
              </a:spcBef>
              <a:spcAft>
                <a:spcPts val="0"/>
              </a:spcAft>
              <a:buNone/>
            </a:pPr>
            <a:r>
              <a:t/>
            </a:r>
            <a:endParaRPr sz="1100">
              <a:solidFill>
                <a:srgbClr val="FFFFFF"/>
              </a:solidFill>
              <a:latin typeface="Inter Light"/>
              <a:ea typeface="Inter Light"/>
              <a:cs typeface="Inter Light"/>
              <a:sym typeface="Inter Light"/>
            </a:endParaRPr>
          </a:p>
          <a:p>
            <a:pPr indent="0" lvl="0" marL="0" rtl="0" algn="l">
              <a:spcBef>
                <a:spcPts val="1200"/>
              </a:spcBef>
              <a:spcAft>
                <a:spcPts val="0"/>
              </a:spcAft>
              <a:buNone/>
            </a:pPr>
            <a:r>
              <a:t/>
            </a:r>
            <a:endParaRPr sz="1100">
              <a:solidFill>
                <a:schemeClr val="dk1"/>
              </a:solidFill>
              <a:latin typeface="Inter Light"/>
              <a:ea typeface="Inter Light"/>
              <a:cs typeface="Inter Light"/>
              <a:sym typeface="Inter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BOARD MEETING">
  <a:themeElements>
    <a:clrScheme name="Simple Light">
      <a:dk1>
        <a:srgbClr val="E1DCD8"/>
      </a:dk1>
      <a:lt1>
        <a:srgbClr val="032C3C"/>
      </a:lt1>
      <a:dk2>
        <a:srgbClr val="381819"/>
      </a:dk2>
      <a:lt2>
        <a:srgbClr val="EAEAEA"/>
      </a:lt2>
      <a:accent1>
        <a:srgbClr val="BA351A"/>
      </a:accent1>
      <a:accent2>
        <a:srgbClr val="6B2A2D"/>
      </a:accent2>
      <a:accent3>
        <a:srgbClr val="E7D5A6"/>
      </a:accent3>
      <a:accent4>
        <a:srgbClr val="7EDA9C"/>
      </a:accent4>
      <a:accent5>
        <a:srgbClr val="90B3EC"/>
      </a:accent5>
      <a:accent6>
        <a:srgbClr val="E6C5B8"/>
      </a:accent6>
      <a:hlink>
        <a:srgbClr val="9E9E9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